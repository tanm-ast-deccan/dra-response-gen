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cost difference — 40% savings with Claude vs OpenAI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Deep Research Agent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Q4 2025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Claude: Best cost/performance ratio</a:t>
            </a:r>
          </a:p>
          <a:p>
            <a:r>
              <a:t>• OpenAI: Strongest on complex queries</a:t>
            </a:r>
          </a:p>
          <a:p>
            <a:r>
              <a:t>• Gemini: Most citations per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