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AFF0C-6142-448B-9E9E-F92565D4639F}" v="4" dt="2026-04-22T18:04:32.584"/>
    <p1510:client id="{570D477F-C043-46E2-A40E-E09743656A8A}" v="35" dt="2026-04-23T05:31:43.618"/>
    <p1510:client id="{881B69FA-8D73-47F5-94DB-A8667341A9AC}" v="2" dt="2026-04-23T17:53:09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9" autoAdjust="0"/>
    <p:restoredTop sz="84977" autoAdjust="0"/>
  </p:normalViewPr>
  <p:slideViewPr>
    <p:cSldViewPr snapToGrid="0">
      <p:cViewPr varScale="1">
        <p:scale>
          <a:sx n="46" d="100"/>
          <a:sy n="46" d="100"/>
        </p:scale>
        <p:origin x="600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pan, Shashank" userId="f6fdb53a-7aac-41a1-8663-8ee03d06259c" providerId="ADAL" clId="{12AEA9BA-F844-4CDB-9A0E-68D21640B43A}"/>
    <pc:docChg chg="undo custSel addSld delSld modSld">
      <pc:chgData name="Thapan, Shashank" userId="f6fdb53a-7aac-41a1-8663-8ee03d06259c" providerId="ADAL" clId="{12AEA9BA-F844-4CDB-9A0E-68D21640B43A}" dt="2026-04-23T17:53:32.352" v="2521" actId="1582"/>
      <pc:docMkLst>
        <pc:docMk/>
      </pc:docMkLst>
      <pc:sldChg chg="addSp delSp modSp del mod">
        <pc:chgData name="Thapan, Shashank" userId="f6fdb53a-7aac-41a1-8663-8ee03d06259c" providerId="ADAL" clId="{12AEA9BA-F844-4CDB-9A0E-68D21640B43A}" dt="2026-04-23T14:58:51.949" v="2503" actId="47"/>
        <pc:sldMkLst>
          <pc:docMk/>
          <pc:sldMk cId="1758874933" sldId="256"/>
        </pc:sldMkLst>
        <pc:spChg chg="mod">
          <ac:chgData name="Thapan, Shashank" userId="f6fdb53a-7aac-41a1-8663-8ee03d06259c" providerId="ADAL" clId="{12AEA9BA-F844-4CDB-9A0E-68D21640B43A}" dt="2026-04-22T20:27:31.759" v="1615" actId="20577"/>
          <ac:spMkLst>
            <pc:docMk/>
            <pc:sldMk cId="1758874933" sldId="256"/>
            <ac:spMk id="2" creationId="{E73ECA34-3AAA-3D34-6711-34022333AE33}"/>
          </ac:spMkLst>
        </pc:spChg>
        <pc:spChg chg="del mod">
          <ac:chgData name="Thapan, Shashank" userId="f6fdb53a-7aac-41a1-8663-8ee03d06259c" providerId="ADAL" clId="{12AEA9BA-F844-4CDB-9A0E-68D21640B43A}" dt="2026-04-22T20:27:01.691" v="1586" actId="478"/>
          <ac:spMkLst>
            <pc:docMk/>
            <pc:sldMk cId="1758874933" sldId="256"/>
            <ac:spMk id="3" creationId="{CA88F1A2-E126-3C40-B834-DF19C55D41CC}"/>
          </ac:spMkLst>
        </pc:spChg>
        <pc:spChg chg="add del mod">
          <ac:chgData name="Thapan, Shashank" userId="f6fdb53a-7aac-41a1-8663-8ee03d06259c" providerId="ADAL" clId="{12AEA9BA-F844-4CDB-9A0E-68D21640B43A}" dt="2026-04-22T20:27:01.691" v="1586" actId="478"/>
          <ac:spMkLst>
            <pc:docMk/>
            <pc:sldMk cId="1758874933" sldId="256"/>
            <ac:spMk id="6" creationId="{9B45B882-5C11-6CF4-8E98-7EB1633AE0A9}"/>
          </ac:spMkLst>
        </pc:spChg>
        <pc:spChg chg="add mod">
          <ac:chgData name="Thapan, Shashank" userId="f6fdb53a-7aac-41a1-8663-8ee03d06259c" providerId="ADAL" clId="{12AEA9BA-F844-4CDB-9A0E-68D21640B43A}" dt="2026-04-23T05:12:40.770" v="2280" actId="20577"/>
          <ac:spMkLst>
            <pc:docMk/>
            <pc:sldMk cId="1758874933" sldId="256"/>
            <ac:spMk id="7" creationId="{7DD35BEA-09C7-EB17-C442-F35A6DF5EBF8}"/>
          </ac:spMkLst>
        </pc:spChg>
        <pc:spChg chg="add mod">
          <ac:chgData name="Thapan, Shashank" userId="f6fdb53a-7aac-41a1-8663-8ee03d06259c" providerId="ADAL" clId="{12AEA9BA-F844-4CDB-9A0E-68D21640B43A}" dt="2026-04-23T05:16:24.309" v="2355" actId="1076"/>
          <ac:spMkLst>
            <pc:docMk/>
            <pc:sldMk cId="1758874933" sldId="256"/>
            <ac:spMk id="8" creationId="{43503E8D-E286-CE38-E99C-0609FCA3BE86}"/>
          </ac:spMkLst>
        </pc:spChg>
        <pc:spChg chg="add mod">
          <ac:chgData name="Thapan, Shashank" userId="f6fdb53a-7aac-41a1-8663-8ee03d06259c" providerId="ADAL" clId="{12AEA9BA-F844-4CDB-9A0E-68D21640B43A}" dt="2026-04-23T05:15:48.826" v="2331" actId="1076"/>
          <ac:spMkLst>
            <pc:docMk/>
            <pc:sldMk cId="1758874933" sldId="256"/>
            <ac:spMk id="9" creationId="{277C313A-F752-217B-CBEB-B3B33CF3E92D}"/>
          </ac:spMkLst>
        </pc:spChg>
        <pc:spChg chg="add mod">
          <ac:chgData name="Thapan, Shashank" userId="f6fdb53a-7aac-41a1-8663-8ee03d06259c" providerId="ADAL" clId="{12AEA9BA-F844-4CDB-9A0E-68D21640B43A}" dt="2026-04-23T05:16:21.280" v="2354" actId="1076"/>
          <ac:spMkLst>
            <pc:docMk/>
            <pc:sldMk cId="1758874933" sldId="256"/>
            <ac:spMk id="12" creationId="{D7C6FAA5-9C1B-A97F-F85D-84F3CD79426D}"/>
          </ac:spMkLst>
        </pc:spChg>
        <pc:spChg chg="add mod">
          <ac:chgData name="Thapan, Shashank" userId="f6fdb53a-7aac-41a1-8663-8ee03d06259c" providerId="ADAL" clId="{12AEA9BA-F844-4CDB-9A0E-68D21640B43A}" dt="2026-04-23T04:34:51.559" v="1885" actId="20577"/>
          <ac:spMkLst>
            <pc:docMk/>
            <pc:sldMk cId="1758874933" sldId="256"/>
            <ac:spMk id="13" creationId="{7F2DD963-8686-AB1E-AF6D-8B9F5A02FBD8}"/>
          </ac:spMkLst>
        </pc:spChg>
        <pc:spChg chg="add del mod">
          <ac:chgData name="Thapan, Shashank" userId="f6fdb53a-7aac-41a1-8663-8ee03d06259c" providerId="ADAL" clId="{12AEA9BA-F844-4CDB-9A0E-68D21640B43A}" dt="2026-04-23T04:38:07.354" v="1933" actId="478"/>
          <ac:spMkLst>
            <pc:docMk/>
            <pc:sldMk cId="1758874933" sldId="256"/>
            <ac:spMk id="14" creationId="{2A2A3EC4-792A-50E0-8052-DCE0CB27EC86}"/>
          </ac:spMkLst>
        </pc:spChg>
        <pc:spChg chg="add mod">
          <ac:chgData name="Thapan, Shashank" userId="f6fdb53a-7aac-41a1-8663-8ee03d06259c" providerId="ADAL" clId="{12AEA9BA-F844-4CDB-9A0E-68D21640B43A}" dt="2026-04-23T05:16:11.604" v="2352" actId="1037"/>
          <ac:spMkLst>
            <pc:docMk/>
            <pc:sldMk cId="1758874933" sldId="256"/>
            <ac:spMk id="16" creationId="{39E22601-EA06-BDB7-1D3B-C072E6FF7EB3}"/>
          </ac:spMkLst>
        </pc:spChg>
        <pc:spChg chg="add mod">
          <ac:chgData name="Thapan, Shashank" userId="f6fdb53a-7aac-41a1-8663-8ee03d06259c" providerId="ADAL" clId="{12AEA9BA-F844-4CDB-9A0E-68D21640B43A}" dt="2026-04-23T05:17:03.680" v="2360" actId="1076"/>
          <ac:spMkLst>
            <pc:docMk/>
            <pc:sldMk cId="1758874933" sldId="256"/>
            <ac:spMk id="47" creationId="{DF8B95B7-3F01-B0C3-39E8-291FD2A0DF8C}"/>
          </ac:spMkLst>
        </pc:spChg>
        <pc:spChg chg="add mod">
          <ac:chgData name="Thapan, Shashank" userId="f6fdb53a-7aac-41a1-8663-8ee03d06259c" providerId="ADAL" clId="{12AEA9BA-F844-4CDB-9A0E-68D21640B43A}" dt="2026-04-23T05:16:29.935" v="2356" actId="1076"/>
          <ac:spMkLst>
            <pc:docMk/>
            <pc:sldMk cId="1758874933" sldId="256"/>
            <ac:spMk id="51" creationId="{11AA30BD-2FDD-F355-4464-883798795C6A}"/>
          </ac:spMkLst>
        </pc:spChg>
        <pc:spChg chg="add mod">
          <ac:chgData name="Thapan, Shashank" userId="f6fdb53a-7aac-41a1-8663-8ee03d06259c" providerId="ADAL" clId="{12AEA9BA-F844-4CDB-9A0E-68D21640B43A}" dt="2026-04-23T05:17:12.745" v="2388" actId="20577"/>
          <ac:spMkLst>
            <pc:docMk/>
            <pc:sldMk cId="1758874933" sldId="256"/>
            <ac:spMk id="65" creationId="{8ABADEE9-C0DC-1593-E3D1-D4EF82C0FB22}"/>
          </ac:spMkLst>
        </pc:spChg>
        <pc:spChg chg="add mod">
          <ac:chgData name="Thapan, Shashank" userId="f6fdb53a-7aac-41a1-8663-8ee03d06259c" providerId="ADAL" clId="{12AEA9BA-F844-4CDB-9A0E-68D21640B43A}" dt="2026-04-23T05:17:28.031" v="2402" actId="20577"/>
          <ac:spMkLst>
            <pc:docMk/>
            <pc:sldMk cId="1758874933" sldId="256"/>
            <ac:spMk id="66" creationId="{4270F150-4570-358F-49D2-8954A3AA5B84}"/>
          </ac:spMkLst>
        </pc:spChg>
        <pc:graphicFrameChg chg="add del mod modGraphic">
          <ac:chgData name="Thapan, Shashank" userId="f6fdb53a-7aac-41a1-8663-8ee03d06259c" providerId="ADAL" clId="{12AEA9BA-F844-4CDB-9A0E-68D21640B43A}" dt="2026-04-22T20:27:01.691" v="1586" actId="478"/>
          <ac:graphicFrameMkLst>
            <pc:docMk/>
            <pc:sldMk cId="1758874933" sldId="256"/>
            <ac:graphicFrameMk id="4" creationId="{D8F2558F-632A-FD6F-A278-60143C824CD0}"/>
          </ac:graphicFrameMkLst>
        </pc:graphicFrameChg>
        <pc:graphicFrameChg chg="add del mod modGraphic">
          <ac:chgData name="Thapan, Shashank" userId="f6fdb53a-7aac-41a1-8663-8ee03d06259c" providerId="ADAL" clId="{12AEA9BA-F844-4CDB-9A0E-68D21640B43A}" dt="2026-04-22T20:27:01.691" v="1586" actId="478"/>
          <ac:graphicFrameMkLst>
            <pc:docMk/>
            <pc:sldMk cId="1758874933" sldId="256"/>
            <ac:graphicFrameMk id="5" creationId="{3E99E12D-E1C1-E461-AD3E-B5590CA3C5C7}"/>
          </ac:graphicFrameMkLst>
        </pc:graphicFrameChg>
        <pc:picChg chg="add mod">
          <ac:chgData name="Thapan, Shashank" userId="f6fdb53a-7aac-41a1-8663-8ee03d06259c" providerId="ADAL" clId="{12AEA9BA-F844-4CDB-9A0E-68D21640B43A}" dt="2026-04-23T14:55:39.084" v="2502" actId="1076"/>
          <ac:picMkLst>
            <pc:docMk/>
            <pc:sldMk cId="1758874933" sldId="256"/>
            <ac:picMk id="11" creationId="{3CB6239C-9A0A-1291-4605-102BBB38EE30}"/>
          </ac:picMkLst>
        </pc:picChg>
        <pc:picChg chg="add del mod">
          <ac:chgData name="Thapan, Shashank" userId="f6fdb53a-7aac-41a1-8663-8ee03d06259c" providerId="ADAL" clId="{12AEA9BA-F844-4CDB-9A0E-68D21640B43A}" dt="2026-04-22T20:32:36.926" v="1725" actId="478"/>
          <ac:picMkLst>
            <pc:docMk/>
            <pc:sldMk cId="1758874933" sldId="256"/>
            <ac:picMk id="15" creationId="{E2DCDDBE-47A8-1F2D-C269-E70CD73D9BEC}"/>
          </ac:picMkLst>
        </pc:picChg>
        <pc:cxnChg chg="add mod">
          <ac:chgData name="Thapan, Shashank" userId="f6fdb53a-7aac-41a1-8663-8ee03d06259c" providerId="ADAL" clId="{12AEA9BA-F844-4CDB-9A0E-68D21640B43A}" dt="2026-04-23T05:16:24.309" v="2355" actId="1076"/>
          <ac:cxnSpMkLst>
            <pc:docMk/>
            <pc:sldMk cId="1758874933" sldId="256"/>
            <ac:cxnSpMk id="18" creationId="{A284CBF4-CD92-AF75-833B-42429A02E0FF}"/>
          </ac:cxnSpMkLst>
        </pc:cxnChg>
        <pc:cxnChg chg="add mod">
          <ac:chgData name="Thapan, Shashank" userId="f6fdb53a-7aac-41a1-8663-8ee03d06259c" providerId="ADAL" clId="{12AEA9BA-F844-4CDB-9A0E-68D21640B43A}" dt="2026-04-23T05:16:24.309" v="2355" actId="1076"/>
          <ac:cxnSpMkLst>
            <pc:docMk/>
            <pc:sldMk cId="1758874933" sldId="256"/>
            <ac:cxnSpMk id="19" creationId="{780F0409-0561-0032-7602-57D7966597E3}"/>
          </ac:cxnSpMkLst>
        </pc:cxnChg>
        <pc:cxnChg chg="add mod">
          <ac:chgData name="Thapan, Shashank" userId="f6fdb53a-7aac-41a1-8663-8ee03d06259c" providerId="ADAL" clId="{12AEA9BA-F844-4CDB-9A0E-68D21640B43A}" dt="2026-04-23T05:16:24.309" v="2355" actId="1076"/>
          <ac:cxnSpMkLst>
            <pc:docMk/>
            <pc:sldMk cId="1758874933" sldId="256"/>
            <ac:cxnSpMk id="22" creationId="{6229247B-133F-5E94-A0C7-DF8659170683}"/>
          </ac:cxnSpMkLst>
        </pc:cxnChg>
        <pc:cxnChg chg="add mod">
          <ac:chgData name="Thapan, Shashank" userId="f6fdb53a-7aac-41a1-8663-8ee03d06259c" providerId="ADAL" clId="{12AEA9BA-F844-4CDB-9A0E-68D21640B43A}" dt="2026-04-23T05:15:48.826" v="2331" actId="1076"/>
          <ac:cxnSpMkLst>
            <pc:docMk/>
            <pc:sldMk cId="1758874933" sldId="256"/>
            <ac:cxnSpMk id="25" creationId="{D3753968-89EE-5034-389F-73F96C18CCBA}"/>
          </ac:cxnSpMkLst>
        </pc:cxnChg>
        <pc:cxnChg chg="add mod">
          <ac:chgData name="Thapan, Shashank" userId="f6fdb53a-7aac-41a1-8663-8ee03d06259c" providerId="ADAL" clId="{12AEA9BA-F844-4CDB-9A0E-68D21640B43A}" dt="2026-04-23T05:16:21.280" v="2354" actId="1076"/>
          <ac:cxnSpMkLst>
            <pc:docMk/>
            <pc:sldMk cId="1758874933" sldId="256"/>
            <ac:cxnSpMk id="28" creationId="{CE6375FF-1479-6BB2-B680-784B0BDAB45F}"/>
          </ac:cxnSpMkLst>
        </pc:cxnChg>
        <pc:cxnChg chg="add mod">
          <ac:chgData name="Thapan, Shashank" userId="f6fdb53a-7aac-41a1-8663-8ee03d06259c" providerId="ADAL" clId="{12AEA9BA-F844-4CDB-9A0E-68D21640B43A}" dt="2026-04-23T05:16:11.604" v="2352" actId="1037"/>
          <ac:cxnSpMkLst>
            <pc:docMk/>
            <pc:sldMk cId="1758874933" sldId="256"/>
            <ac:cxnSpMk id="31" creationId="{98894002-AAF9-56CF-659B-9F5499DA53F8}"/>
          </ac:cxnSpMkLst>
        </pc:cxnChg>
        <pc:cxnChg chg="add del mod">
          <ac:chgData name="Thapan, Shashank" userId="f6fdb53a-7aac-41a1-8663-8ee03d06259c" providerId="ADAL" clId="{12AEA9BA-F844-4CDB-9A0E-68D21640B43A}" dt="2026-04-23T04:34:00.889" v="1803" actId="478"/>
          <ac:cxnSpMkLst>
            <pc:docMk/>
            <pc:sldMk cId="1758874933" sldId="256"/>
            <ac:cxnSpMk id="34" creationId="{026560AD-0F95-62F6-774E-B16D690EFE8D}"/>
          </ac:cxnSpMkLst>
        </pc:cxnChg>
        <pc:cxnChg chg="add mod">
          <ac:chgData name="Thapan, Shashank" userId="f6fdb53a-7aac-41a1-8663-8ee03d06259c" providerId="ADAL" clId="{12AEA9BA-F844-4CDB-9A0E-68D21640B43A}" dt="2026-04-23T05:16:11.604" v="2352" actId="1037"/>
          <ac:cxnSpMkLst>
            <pc:docMk/>
            <pc:sldMk cId="1758874933" sldId="256"/>
            <ac:cxnSpMk id="37" creationId="{DE26F13B-56D2-A68F-2C53-BA7A4F3337CD}"/>
          </ac:cxnSpMkLst>
        </pc:cxnChg>
        <pc:cxnChg chg="add mod">
          <ac:chgData name="Thapan, Shashank" userId="f6fdb53a-7aac-41a1-8663-8ee03d06259c" providerId="ADAL" clId="{12AEA9BA-F844-4CDB-9A0E-68D21640B43A}" dt="2026-04-23T05:16:34.394" v="2357" actId="14100"/>
          <ac:cxnSpMkLst>
            <pc:docMk/>
            <pc:sldMk cId="1758874933" sldId="256"/>
            <ac:cxnSpMk id="42" creationId="{4CA5C6D2-F0AC-5003-1032-CB4DC6D3A416}"/>
          </ac:cxnSpMkLst>
        </pc:cxnChg>
        <pc:cxnChg chg="add mod">
          <ac:chgData name="Thapan, Shashank" userId="f6fdb53a-7aac-41a1-8663-8ee03d06259c" providerId="ADAL" clId="{12AEA9BA-F844-4CDB-9A0E-68D21640B43A}" dt="2026-04-23T05:16:11.604" v="2352" actId="1037"/>
          <ac:cxnSpMkLst>
            <pc:docMk/>
            <pc:sldMk cId="1758874933" sldId="256"/>
            <ac:cxnSpMk id="56" creationId="{B5E43EB3-2F35-8C36-66F2-55E7C502DA26}"/>
          </ac:cxnSpMkLst>
        </pc:cxnChg>
      </pc:sldChg>
      <pc:sldChg chg="addSp delSp modSp add mod">
        <pc:chgData name="Thapan, Shashank" userId="f6fdb53a-7aac-41a1-8663-8ee03d06259c" providerId="ADAL" clId="{12AEA9BA-F844-4CDB-9A0E-68D21640B43A}" dt="2026-04-23T17:53:32.352" v="2521" actId="1582"/>
        <pc:sldMkLst>
          <pc:docMk/>
          <pc:sldMk cId="609006645" sldId="257"/>
        </pc:sldMkLst>
        <pc:spChg chg="add del mod">
          <ac:chgData name="Thapan, Shashank" userId="f6fdb53a-7aac-41a1-8663-8ee03d06259c" providerId="ADAL" clId="{12AEA9BA-F844-4CDB-9A0E-68D21640B43A}" dt="2026-04-23T04:40:55.101" v="2031" actId="478"/>
          <ac:spMkLst>
            <pc:docMk/>
            <pc:sldMk cId="609006645" sldId="257"/>
            <ac:spMk id="4" creationId="{EE564825-F34A-5357-9F75-5D1ACB304EEF}"/>
          </ac:spMkLst>
        </pc:spChg>
        <pc:spChg chg="del mod">
          <ac:chgData name="Thapan, Shashank" userId="f6fdb53a-7aac-41a1-8663-8ee03d06259c" providerId="ADAL" clId="{12AEA9BA-F844-4CDB-9A0E-68D21640B43A}" dt="2026-04-23T17:41:19.417" v="2518" actId="478"/>
          <ac:spMkLst>
            <pc:docMk/>
            <pc:sldMk cId="609006645" sldId="257"/>
            <ac:spMk id="7" creationId="{930AE99C-BA01-630B-8369-F5FA022A9C57}"/>
          </ac:spMkLst>
        </pc:spChg>
        <pc:spChg chg="mod">
          <ac:chgData name="Thapan, Shashank" userId="f6fdb53a-7aac-41a1-8663-8ee03d06259c" providerId="ADAL" clId="{12AEA9BA-F844-4CDB-9A0E-68D21640B43A}" dt="2026-04-23T04:41:57.311" v="2183" actId="20577"/>
          <ac:spMkLst>
            <pc:docMk/>
            <pc:sldMk cId="609006645" sldId="257"/>
            <ac:spMk id="8" creationId="{FB30588D-BBB7-A980-EDE9-4592AF461935}"/>
          </ac:spMkLst>
        </pc:spChg>
        <pc:spChg chg="mod">
          <ac:chgData name="Thapan, Shashank" userId="f6fdb53a-7aac-41a1-8663-8ee03d06259c" providerId="ADAL" clId="{12AEA9BA-F844-4CDB-9A0E-68D21640B43A}" dt="2026-04-23T05:20:55.641" v="2435" actId="1076"/>
          <ac:spMkLst>
            <pc:docMk/>
            <pc:sldMk cId="609006645" sldId="257"/>
            <ac:spMk id="9" creationId="{C20488F4-89F9-A3B6-25D1-36157E21F3F0}"/>
          </ac:spMkLst>
        </pc:spChg>
        <pc:spChg chg="mod">
          <ac:chgData name="Thapan, Shashank" userId="f6fdb53a-7aac-41a1-8663-8ee03d06259c" providerId="ADAL" clId="{12AEA9BA-F844-4CDB-9A0E-68D21640B43A}" dt="2026-04-23T05:20:19.129" v="2428" actId="1076"/>
          <ac:spMkLst>
            <pc:docMk/>
            <pc:sldMk cId="609006645" sldId="257"/>
            <ac:spMk id="12" creationId="{A673DCF2-C681-F808-FD71-A431505431E8}"/>
          </ac:spMkLst>
        </pc:spChg>
        <pc:spChg chg="mod">
          <ac:chgData name="Thapan, Shashank" userId="f6fdb53a-7aac-41a1-8663-8ee03d06259c" providerId="ADAL" clId="{12AEA9BA-F844-4CDB-9A0E-68D21640B43A}" dt="2026-04-23T05:20:39.734" v="2433" actId="1076"/>
          <ac:spMkLst>
            <pc:docMk/>
            <pc:sldMk cId="609006645" sldId="257"/>
            <ac:spMk id="13" creationId="{CCA54179-1401-0158-8695-CD68D769F6BA}"/>
          </ac:spMkLst>
        </pc:spChg>
        <pc:spChg chg="add mod">
          <ac:chgData name="Thapan, Shashank" userId="f6fdb53a-7aac-41a1-8663-8ee03d06259c" providerId="ADAL" clId="{12AEA9BA-F844-4CDB-9A0E-68D21640B43A}" dt="2026-04-23T05:18:46.431" v="2413" actId="1076"/>
          <ac:spMkLst>
            <pc:docMk/>
            <pc:sldMk cId="609006645" sldId="257"/>
            <ac:spMk id="14" creationId="{87A9E7A9-C630-C438-C0DF-CFAA14D02FAC}"/>
          </ac:spMkLst>
        </pc:spChg>
        <pc:spChg chg="mod">
          <ac:chgData name="Thapan, Shashank" userId="f6fdb53a-7aac-41a1-8663-8ee03d06259c" providerId="ADAL" clId="{12AEA9BA-F844-4CDB-9A0E-68D21640B43A}" dt="2026-04-23T05:19:41.653" v="2426" actId="1076"/>
          <ac:spMkLst>
            <pc:docMk/>
            <pc:sldMk cId="609006645" sldId="257"/>
            <ac:spMk id="16" creationId="{8B30FCF1-E76F-E868-49D4-6C9D0818B44D}"/>
          </ac:spMkLst>
        </pc:spChg>
        <pc:spChg chg="add mod">
          <ac:chgData name="Thapan, Shashank" userId="f6fdb53a-7aac-41a1-8663-8ee03d06259c" providerId="ADAL" clId="{12AEA9BA-F844-4CDB-9A0E-68D21640B43A}" dt="2026-04-23T05:14:03.552" v="2313" actId="20577"/>
          <ac:spMkLst>
            <pc:docMk/>
            <pc:sldMk cId="609006645" sldId="257"/>
            <ac:spMk id="27" creationId="{137EBB69-8146-2A25-9CA8-62BD027829BF}"/>
          </ac:spMkLst>
        </pc:spChg>
        <pc:spChg chg="del mod">
          <ac:chgData name="Thapan, Shashank" userId="f6fdb53a-7aac-41a1-8663-8ee03d06259c" providerId="ADAL" clId="{12AEA9BA-F844-4CDB-9A0E-68D21640B43A}" dt="2026-04-23T04:43:00.337" v="2222" actId="478"/>
          <ac:spMkLst>
            <pc:docMk/>
            <pc:sldMk cId="609006645" sldId="257"/>
            <ac:spMk id="47" creationId="{407000E0-9687-B194-6842-5E805488BE40}"/>
          </ac:spMkLst>
        </pc:spChg>
        <pc:spChg chg="add mod">
          <ac:chgData name="Thapan, Shashank" userId="f6fdb53a-7aac-41a1-8663-8ee03d06259c" providerId="ADAL" clId="{12AEA9BA-F844-4CDB-9A0E-68D21640B43A}" dt="2026-04-23T15:16:47.455" v="2517" actId="20577"/>
          <ac:spMkLst>
            <pc:docMk/>
            <pc:sldMk cId="609006645" sldId="257"/>
            <ac:spMk id="70" creationId="{1C2D78BA-B080-7EA0-70E4-E3ADED0EE760}"/>
          </ac:spMkLst>
        </pc:spChg>
        <pc:spChg chg="add mod">
          <ac:chgData name="Thapan, Shashank" userId="f6fdb53a-7aac-41a1-8663-8ee03d06259c" providerId="ADAL" clId="{12AEA9BA-F844-4CDB-9A0E-68D21640B43A}" dt="2026-04-23T05:32:14.043" v="2501" actId="14100"/>
          <ac:spMkLst>
            <pc:docMk/>
            <pc:sldMk cId="609006645" sldId="257"/>
            <ac:spMk id="83" creationId="{A3D06FB5-07B3-EE4C-F286-A5E15B1C3369}"/>
          </ac:spMkLst>
        </pc:spChg>
        <pc:picChg chg="del mod">
          <ac:chgData name="Thapan, Shashank" userId="f6fdb53a-7aac-41a1-8663-8ee03d06259c" providerId="ADAL" clId="{12AEA9BA-F844-4CDB-9A0E-68D21640B43A}" dt="2026-04-23T14:58:54.867" v="2504" actId="478"/>
          <ac:picMkLst>
            <pc:docMk/>
            <pc:sldMk cId="609006645" sldId="257"/>
            <ac:picMk id="11" creationId="{ACBBEED0-7EB8-BB27-E6A0-098ACC31D11C}"/>
          </ac:picMkLst>
        </pc:picChg>
        <pc:cxnChg chg="add del mod">
          <ac:chgData name="Thapan, Shashank" userId="f6fdb53a-7aac-41a1-8663-8ee03d06259c" providerId="ADAL" clId="{12AEA9BA-F844-4CDB-9A0E-68D21640B43A}" dt="2026-04-23T17:53:10.212" v="2520" actId="478"/>
          <ac:cxnSpMkLst>
            <pc:docMk/>
            <pc:sldMk cId="609006645" sldId="257"/>
            <ac:cxnSpMk id="3" creationId="{95A68DDC-E6B8-BFF7-B580-86AA75C0FED8}"/>
          </ac:cxnSpMkLst>
        </pc:cxnChg>
        <pc:cxnChg chg="add del mod">
          <ac:chgData name="Thapan, Shashank" userId="f6fdb53a-7aac-41a1-8663-8ee03d06259c" providerId="ADAL" clId="{12AEA9BA-F844-4CDB-9A0E-68D21640B43A}" dt="2026-04-23T17:53:10.212" v="2520" actId="478"/>
          <ac:cxnSpMkLst>
            <pc:docMk/>
            <pc:sldMk cId="609006645" sldId="257"/>
            <ac:cxnSpMk id="4" creationId="{A4B3395C-67DC-402A-6579-1A72DA1D4BD9}"/>
          </ac:cxnSpMkLst>
        </pc:cxnChg>
        <pc:cxnChg chg="add del mod">
          <ac:chgData name="Thapan, Shashank" userId="f6fdb53a-7aac-41a1-8663-8ee03d06259c" providerId="ADAL" clId="{12AEA9BA-F844-4CDB-9A0E-68D21640B43A}" dt="2026-04-23T04:40:55.101" v="2031" actId="478"/>
          <ac:cxnSpMkLst>
            <pc:docMk/>
            <pc:sldMk cId="609006645" sldId="257"/>
            <ac:cxnSpMk id="5" creationId="{B06DC49A-DE03-CEBC-58CE-25E7430CEC5F}"/>
          </ac:cxnSpMkLst>
        </pc:cxnChg>
        <pc:cxnChg chg="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18" creationId="{85D1B77D-1E26-147D-965B-6F4D33DA72DC}"/>
          </ac:cxnSpMkLst>
        </pc:cxnChg>
        <pc:cxnChg chg="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19" creationId="{ADF40F32-A11F-9260-0C45-B7C451DACF56}"/>
          </ac:cxnSpMkLst>
        </pc:cxnChg>
        <pc:cxnChg chg="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22" creationId="{6560849E-D12C-9F4F-6963-B8FF2ADE5BE4}"/>
          </ac:cxnSpMkLst>
        </pc:cxnChg>
        <pc:cxnChg chg="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25" creationId="{40836334-2A5D-B6B5-3FF9-DCB75F83CF20}"/>
          </ac:cxnSpMkLst>
        </pc:cxnChg>
        <pc:cxnChg chg="add 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26" creationId="{D71A5DFE-5923-C05D-8B1C-7F3A8FB6EA6A}"/>
          </ac:cxnSpMkLst>
        </pc:cxnChg>
        <pc:cxnChg chg="del mod">
          <ac:chgData name="Thapan, Shashank" userId="f6fdb53a-7aac-41a1-8663-8ee03d06259c" providerId="ADAL" clId="{12AEA9BA-F844-4CDB-9A0E-68D21640B43A}" dt="2026-04-23T05:17:59.639" v="2403" actId="478"/>
          <ac:cxnSpMkLst>
            <pc:docMk/>
            <pc:sldMk cId="609006645" sldId="257"/>
            <ac:cxnSpMk id="28" creationId="{3F28F8C3-73E1-5762-E13F-FAEBED7B7765}"/>
          </ac:cxnSpMkLst>
        </pc:cxnChg>
        <pc:cxnChg chg="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31" creationId="{3EB812F1-0A08-0021-8FE4-D12A26F27040}"/>
          </ac:cxnSpMkLst>
        </pc:cxnChg>
        <pc:cxnChg chg="del mod">
          <ac:chgData name="Thapan, Shashank" userId="f6fdb53a-7aac-41a1-8663-8ee03d06259c" providerId="ADAL" clId="{12AEA9BA-F844-4CDB-9A0E-68D21640B43A}" dt="2026-04-23T05:15:05.490" v="2325" actId="478"/>
          <ac:cxnSpMkLst>
            <pc:docMk/>
            <pc:sldMk cId="609006645" sldId="257"/>
            <ac:cxnSpMk id="37" creationId="{0DD359BA-3BC2-E545-FFEF-F5BE788CF82A}"/>
          </ac:cxnSpMkLst>
        </pc:cxnChg>
        <pc:cxnChg chg="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42" creationId="{4759D9B2-83D8-EE3E-6C8C-A777A78F9ADC}"/>
          </ac:cxnSpMkLst>
        </pc:cxnChg>
        <pc:cxnChg chg="add 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46" creationId="{215248BA-DD94-DE19-9484-0D5F5152C84B}"/>
          </ac:cxnSpMkLst>
        </pc:cxnChg>
        <pc:cxnChg chg="add 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73" creationId="{068400FE-0333-3295-A51E-EF769C6F41BB}"/>
          </ac:cxnSpMkLst>
        </pc:cxnChg>
        <pc:cxnChg chg="add mod">
          <ac:chgData name="Thapan, Shashank" userId="f6fdb53a-7aac-41a1-8663-8ee03d06259c" providerId="ADAL" clId="{12AEA9BA-F844-4CDB-9A0E-68D21640B43A}" dt="2026-04-23T17:53:32.352" v="2521" actId="1582"/>
          <ac:cxnSpMkLst>
            <pc:docMk/>
            <pc:sldMk cId="609006645" sldId="257"/>
            <ac:cxnSpMk id="79" creationId="{ADD28796-F56F-9690-182B-7BB700D8911B}"/>
          </ac:cxnSpMkLst>
        </pc:cxnChg>
      </pc:sldChg>
    </pc:docChg>
  </pc:docChgLst>
  <pc:docChgLst>
    <pc:chgData name="Thapan, Shashank" userId="f6fdb53a-7aac-41a1-8663-8ee03d06259c" providerId="ADAL" clId="{AB1898AA-3D06-4122-829F-C3F0D26BA0E2}"/>
    <pc:docChg chg="undo custSel addSld modSld">
      <pc:chgData name="Thapan, Shashank" userId="f6fdb53a-7aac-41a1-8663-8ee03d06259c" providerId="ADAL" clId="{AB1898AA-3D06-4122-829F-C3F0D26BA0E2}" dt="2026-03-29T06:04:24.346" v="1321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FC8A0-E131-4971-9E35-7313933716E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89F7D-1C82-47ED-B6BE-CFA22B18D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5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4E89-FBE4-6B70-E947-5903D5B2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BE676-58B8-20C5-C7E9-DEE7B05E9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61DB5-8C19-EE2E-2792-3D07F640B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5E154-499F-C6E9-3685-BB99A7C97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0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0EDB-7B6B-A224-E470-4D8752E9B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9357D-49F6-3919-C54B-C066C2434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23C5-79AD-5474-9EFC-078871D8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7C93F-EEAA-24AB-E92B-DC4CC0D3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0393-0602-C52D-F45D-A43AB14D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1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C884-4D34-5CB6-0CF0-097C66CC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C221-0377-460E-B452-BBA44310A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D9DC-3830-FD8C-10CE-CD28D736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F81-08B1-1049-EB25-BE4E8844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7FEC-E93D-8CAD-B2AD-5F60A28F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0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8B1B-B9D0-33CE-546A-58BEBD78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127CF-3583-EE9D-BE21-28B701E9D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F25F-CB6A-C935-7DF2-FF30B56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CB84-AE96-E81A-44B6-BDDBCF8F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1CC74-A4F0-53CF-0905-D11EAFFC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5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659B-04B2-C21E-D325-D02FA23B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AD8A-1DA9-553C-0D38-28C181CB0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67C0D-7D67-F264-94BF-30C3C5E1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D6267-79C5-91FF-E804-20B0C23D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C9F74-35E5-D1F9-580C-1281ACF9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E3F12-9376-B543-D9FD-0A317E1B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B48E-935F-CBBC-4977-4292E7DD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80AA1-FE26-9432-550D-DCC6AA37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7FFC1-18AC-6A8C-D7C8-B3C742704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D0F9C-5CBA-243C-8898-3C6B1EA81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E008E-EB3A-8683-5637-B914A1566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2FC89-44C3-B273-5CF3-DCED49B3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A1F442-1209-5E40-D186-E10FBC4A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9BBCD-9A9C-4F57-F5A3-A02A764E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69B2-2CA6-702C-D501-0A6F3CC0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54DFC-7696-148F-D54B-96C4CE75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8C6D5-1C4B-BC4E-37B1-BC0441DE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45CEC-B6D9-DA56-73A6-FE22CD31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2254B-123A-5CDC-903F-E823079F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D62A8-8DA3-4CD2-204B-46A68A0A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DF778-0496-26C5-3BA7-A0E7D764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871F-5897-27AA-1BA3-D2F6B917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5B9E-F1E8-C201-B619-F6AFC408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DB68-0E8F-6F69-7960-AD97EB264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1423-3ABD-4EE9-E110-5788CFFA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62444-A054-A4FA-E3AA-66F5AECF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DDB26-BC25-9DD5-336C-45840534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4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941B-B86A-C3D6-B739-A0547146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6B5BB-152D-EB42-ADD5-ACCEB31CB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300D5-42C5-3BBF-08A4-2505F56E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D731A-D882-2787-C918-25C5E4A6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676E-5381-80C8-45B1-212BDA6A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D4D84-C93C-6378-1AB3-1201AFC9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FE42-695A-AFAC-23A5-3C0C3C29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CF9E8-FB22-23A6-7478-CA8150C5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C668-AC2F-15D4-D60F-238FC9F3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D105-A62F-CB9C-4F04-822C75E7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8171-F7A8-3274-E13D-C6C5F2DC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1B773-1E74-EAC4-C2B9-CA62203AD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F1E25-A344-ADF5-2009-115046446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0C46-9090-847A-52F2-C3132ABB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73DEF-D10D-A5AA-FC65-92D9442A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2B69A-88DB-2565-43CE-E0E98407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6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2EDA6-8BC3-DC5D-6AEE-32CD5A19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F06F6-3AFE-C118-E78B-1C9042514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D7E0-066A-59E1-1CF1-00833211E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951E0-D52C-B81B-0451-4A7AB2E47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2716-A69D-DF57-F53B-C7335DB2A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8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86420-0A29-3650-9625-2C81E2044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D41DBF-FB9F-9FA8-E452-96350B015817}"/>
              </a:ext>
            </a:extLst>
          </p:cNvPr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Sales Journey Roster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30588D-BBB7-A980-EDE9-4592AF461935}"/>
              </a:ext>
            </a:extLst>
          </p:cNvPr>
          <p:cNvSpPr/>
          <p:nvPr/>
        </p:nvSpPr>
        <p:spPr>
          <a:xfrm>
            <a:off x="644552" y="3486727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Aptos" panose="02110004020202020204"/>
              </a:rPr>
              <a:t>Jaipur</a:t>
            </a:r>
            <a:endParaRPr lang="en-US" sz="12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0488F4-89F9-A3B6-25D1-36157E21F3F0}"/>
              </a:ext>
            </a:extLst>
          </p:cNvPr>
          <p:cNvSpPr/>
          <p:nvPr/>
        </p:nvSpPr>
        <p:spPr>
          <a:xfrm>
            <a:off x="3445078" y="1799185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Agra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73DCF2-C681-F808-FD71-A431505431E8}"/>
              </a:ext>
            </a:extLst>
          </p:cNvPr>
          <p:cNvSpPr/>
          <p:nvPr/>
        </p:nvSpPr>
        <p:spPr>
          <a:xfrm>
            <a:off x="7167555" y="3833903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Udaipur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A54179-1401-0158-8695-CD68D769F6BA}"/>
              </a:ext>
            </a:extLst>
          </p:cNvPr>
          <p:cNvSpPr/>
          <p:nvPr/>
        </p:nvSpPr>
        <p:spPr>
          <a:xfrm>
            <a:off x="6782375" y="741526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Connaught Place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B30FCF1-E76F-E868-49D4-6C9D0818B44D}"/>
              </a:ext>
            </a:extLst>
          </p:cNvPr>
          <p:cNvSpPr/>
          <p:nvPr/>
        </p:nvSpPr>
        <p:spPr>
          <a:xfrm>
            <a:off x="10128136" y="2965734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Kolkata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D1B77D-1E26-147D-965B-6F4D33DA72DC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2321399" y="3056974"/>
            <a:ext cx="1411381" cy="6455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F40F32-A11F-9260-0C45-B7C451DACF56}"/>
              </a:ext>
            </a:extLst>
          </p:cNvPr>
          <p:cNvCxnSpPr>
            <a:cxnSpLocks/>
            <a:stCxn id="9" idx="5"/>
            <a:endCxn id="12" idx="2"/>
          </p:cNvCxnSpPr>
          <p:nvPr/>
        </p:nvCxnSpPr>
        <p:spPr>
          <a:xfrm>
            <a:off x="5121925" y="3056974"/>
            <a:ext cx="2045630" cy="15137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60849E-D12C-9F4F-6963-B8FF2ADE5BE4}"/>
              </a:ext>
            </a:extLst>
          </p:cNvPr>
          <p:cNvCxnSpPr>
            <a:cxnSpLocks/>
            <a:stCxn id="8" idx="5"/>
            <a:endCxn id="70" idx="1"/>
          </p:cNvCxnSpPr>
          <p:nvPr/>
        </p:nvCxnSpPr>
        <p:spPr>
          <a:xfrm>
            <a:off x="2321399" y="4744516"/>
            <a:ext cx="1074457" cy="7787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836334-2A5D-B6B5-3FF9-DCB75F83CF20}"/>
              </a:ext>
            </a:extLst>
          </p:cNvPr>
          <p:cNvCxnSpPr>
            <a:cxnSpLocks/>
            <a:stCxn id="12" idx="6"/>
            <a:endCxn id="16" idx="3"/>
          </p:cNvCxnSpPr>
          <p:nvPr/>
        </p:nvCxnSpPr>
        <p:spPr>
          <a:xfrm flipV="1">
            <a:off x="9132104" y="4223523"/>
            <a:ext cx="1283734" cy="34717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EB812F1-0A08-0021-8FE4-D12A26F27040}"/>
              </a:ext>
            </a:extLst>
          </p:cNvPr>
          <p:cNvCxnSpPr>
            <a:cxnSpLocks/>
            <a:stCxn id="13" idx="5"/>
            <a:endCxn id="16" idx="1"/>
          </p:cNvCxnSpPr>
          <p:nvPr/>
        </p:nvCxnSpPr>
        <p:spPr>
          <a:xfrm>
            <a:off x="8459222" y="1999315"/>
            <a:ext cx="1956616" cy="11822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59D9B2-83D8-EE3E-6C8C-A777A78F9ADC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540068" y="1382917"/>
            <a:ext cx="1192712" cy="63207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A9E7A9-C630-C438-C0DF-CFAA14D02FAC}"/>
              </a:ext>
            </a:extLst>
          </p:cNvPr>
          <p:cNvSpPr txBox="1"/>
          <p:nvPr/>
        </p:nvSpPr>
        <p:spPr>
          <a:xfrm>
            <a:off x="2258296" y="1677615"/>
            <a:ext cx="101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Bhimtal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1A5DFE-5923-C05D-8B1C-7F3A8FB6EA6A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14257" y="2908643"/>
            <a:ext cx="617997" cy="79388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37EBB69-8146-2A25-9CA8-62BD027829BF}"/>
              </a:ext>
            </a:extLst>
          </p:cNvPr>
          <p:cNvSpPr txBox="1"/>
          <p:nvPr/>
        </p:nvSpPr>
        <p:spPr>
          <a:xfrm>
            <a:off x="756867" y="2869346"/>
            <a:ext cx="101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Delhi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15248BA-DD94-DE19-9484-0D5F5152C84B}"/>
              </a:ext>
            </a:extLst>
          </p:cNvPr>
          <p:cNvCxnSpPr>
            <a:cxnSpLocks/>
            <a:stCxn id="9" idx="6"/>
            <a:endCxn id="13" idx="3"/>
          </p:cNvCxnSpPr>
          <p:nvPr/>
        </p:nvCxnSpPr>
        <p:spPr>
          <a:xfrm flipV="1">
            <a:off x="5409627" y="1999315"/>
            <a:ext cx="1660450" cy="53666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1C2D78BA-B080-7EA0-70E4-E3ADED0EE760}"/>
              </a:ext>
            </a:extLst>
          </p:cNvPr>
          <p:cNvSpPr/>
          <p:nvPr/>
        </p:nvSpPr>
        <p:spPr>
          <a:xfrm>
            <a:off x="3108154" y="5307495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Amritsar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68400FE-0333-3295-A51E-EF769C6F41BB}"/>
              </a:ext>
            </a:extLst>
          </p:cNvPr>
          <p:cNvCxnSpPr>
            <a:cxnSpLocks/>
            <a:stCxn id="70" idx="6"/>
            <a:endCxn id="12" idx="3"/>
          </p:cNvCxnSpPr>
          <p:nvPr/>
        </p:nvCxnSpPr>
        <p:spPr>
          <a:xfrm flipV="1">
            <a:off x="5072703" y="5091692"/>
            <a:ext cx="2382554" cy="95259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DD28796-F56F-9690-182B-7BB700D8911B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5345084" y="1033275"/>
            <a:ext cx="1437291" cy="44504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3D06FB5-07B3-EE4C-F286-A5E15B1C3369}"/>
              </a:ext>
            </a:extLst>
          </p:cNvPr>
          <p:cNvSpPr txBox="1"/>
          <p:nvPr/>
        </p:nvSpPr>
        <p:spPr>
          <a:xfrm>
            <a:off x="5521942" y="538770"/>
            <a:ext cx="1701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Karol Bagh</a:t>
            </a:r>
          </a:p>
        </p:txBody>
      </p:sp>
    </p:spTree>
    <p:extLst>
      <p:ext uri="{BB962C8B-B14F-4D97-AF65-F5344CB8AC3E}">
        <p14:creationId xmlns:p14="http://schemas.microsoft.com/office/powerpoint/2010/main" val="60900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3704</TotalTime>
  <Words>18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Thapan, Shashank</dc:creator>
  <cp:lastModifiedBy>Thapan, Shashank</cp:lastModifiedBy>
  <cp:revision>1</cp:revision>
  <dcterms:created xsi:type="dcterms:W3CDTF">2026-03-23T18:47:07Z</dcterms:created>
  <dcterms:modified xsi:type="dcterms:W3CDTF">2026-04-23T17:53:43Z</dcterms:modified>
</cp:coreProperties>
</file>