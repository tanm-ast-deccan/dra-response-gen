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8042F-EE6F-4889-B1A4-D919D0665DEE}" v="57" dt="2026-04-23T15:25:52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84977" autoAdjust="0"/>
  </p:normalViewPr>
  <p:slideViewPr>
    <p:cSldViewPr snapToGrid="0">
      <p:cViewPr varScale="1">
        <p:scale>
          <a:sx n="79" d="100"/>
          <a:sy n="79" d="100"/>
        </p:scale>
        <p:origin x="168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12AEA9BA-F844-4CDB-9A0E-68D21640B43A}"/>
    <pc:docChg chg="undo custSel addSld modSld">
      <pc:chgData name="Thapan, Shashank" userId="f6fdb53a-7aac-41a1-8663-8ee03d06259c" providerId="ADAL" clId="{12AEA9BA-F844-4CDB-9A0E-68D21640B43A}" dt="2026-04-23T19:35:51.275" v="2135" actId="20577"/>
      <pc:docMkLst>
        <pc:docMk/>
      </pc:docMkLst>
      <pc:sldChg chg="addSp delSp modSp mod">
        <pc:chgData name="Thapan, Shashank" userId="f6fdb53a-7aac-41a1-8663-8ee03d06259c" providerId="ADAL" clId="{12AEA9BA-F844-4CDB-9A0E-68D21640B43A}" dt="2026-04-23T19:35:45.178" v="2129" actId="20577"/>
        <pc:sldMkLst>
          <pc:docMk/>
          <pc:sldMk cId="1758874933" sldId="256"/>
        </pc:sldMkLst>
        <pc:spChg chg="mod">
          <ac:chgData name="Thapan, Shashank" userId="f6fdb53a-7aac-41a1-8663-8ee03d06259c" providerId="ADAL" clId="{12AEA9BA-F844-4CDB-9A0E-68D21640B43A}" dt="2026-04-23T19:35:45.178" v="2129" actId="20577"/>
          <ac:spMkLst>
            <pc:docMk/>
            <pc:sldMk cId="1758874933" sldId="256"/>
            <ac:spMk id="2" creationId="{E73ECA34-3AAA-3D34-6711-34022333AE33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4" creationId="{8841A3D8-E67E-72F9-924B-E442BADED09C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5" creationId="{BE692856-2DEE-C4F6-7677-0FB649788633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6" creationId="{D12FF987-FB0A-E6C5-AC61-3747AC00862A}"/>
          </ac:spMkLst>
        </pc:spChg>
        <pc:spChg chg="add del mod">
          <ac:chgData name="Thapan, Shashank" userId="f6fdb53a-7aac-41a1-8663-8ee03d06259c" providerId="ADAL" clId="{12AEA9BA-F844-4CDB-9A0E-68D21640B43A}" dt="2026-04-23T15:28:13.727" v="2038" actId="478"/>
          <ac:spMkLst>
            <pc:docMk/>
            <pc:sldMk cId="1758874933" sldId="256"/>
            <ac:spMk id="7" creationId="{D57535E3-AD61-3881-01B8-E799D3808FDA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8" creationId="{6763F3AA-930B-2240-3E07-368CC8C3150B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9" creationId="{DE37E1D5-6696-C859-043E-7788393229C2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10" creationId="{5C2F8248-08A5-3643-217E-8032321DD99F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11" creationId="{3251A26E-2925-5BBA-5A94-B010F7405F7C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12" creationId="{0CC19CA4-D150-53BA-12CD-402B1EA06F53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19" creationId="{B4C76919-87E3-98FE-7524-3CE33E973EF3}"/>
          </ac:spMkLst>
        </pc:spChg>
        <pc:spChg chg="add del mod">
          <ac:chgData name="Thapan, Shashank" userId="f6fdb53a-7aac-41a1-8663-8ee03d06259c" providerId="ADAL" clId="{12AEA9BA-F844-4CDB-9A0E-68D21640B43A}" dt="2026-04-23T15:01:11.238" v="1424" actId="478"/>
          <ac:spMkLst>
            <pc:docMk/>
            <pc:sldMk cId="1758874933" sldId="256"/>
            <ac:spMk id="20" creationId="{70C366FC-9D9A-3A9F-7755-445B61C607FD}"/>
          </ac:spMkLst>
        </pc:spChg>
        <pc:graphicFrameChg chg="add mod modGraphic">
          <ac:chgData name="Thapan, Shashank" userId="f6fdb53a-7aac-41a1-8663-8ee03d06259c" providerId="ADAL" clId="{12AEA9BA-F844-4CDB-9A0E-68D21640B43A}" dt="2026-04-23T19:13:36.234" v="2123" actId="20577"/>
          <ac:graphicFrameMkLst>
            <pc:docMk/>
            <pc:sldMk cId="1758874933" sldId="256"/>
            <ac:graphicFrameMk id="3" creationId="{FB0B5B76-C8AC-8625-B7F1-D6B83ECFC463}"/>
          </ac:graphicFrameMkLst>
        </pc:graphicFrameChg>
      </pc:sldChg>
      <pc:sldChg chg="addSp delSp modSp add mod">
        <pc:chgData name="Thapan, Shashank" userId="f6fdb53a-7aac-41a1-8663-8ee03d06259c" providerId="ADAL" clId="{12AEA9BA-F844-4CDB-9A0E-68D21640B43A}" dt="2026-04-23T19:35:51.275" v="2135" actId="20577"/>
        <pc:sldMkLst>
          <pc:docMk/>
          <pc:sldMk cId="2768497172" sldId="257"/>
        </pc:sldMkLst>
        <pc:spChg chg="mod">
          <ac:chgData name="Thapan, Shashank" userId="f6fdb53a-7aac-41a1-8663-8ee03d06259c" providerId="ADAL" clId="{12AEA9BA-F844-4CDB-9A0E-68D21640B43A}" dt="2026-04-23T19:35:51.275" v="2135" actId="20577"/>
          <ac:spMkLst>
            <pc:docMk/>
            <pc:sldMk cId="2768497172" sldId="257"/>
            <ac:spMk id="2" creationId="{11447FAB-E914-A155-CEE8-42E076EF92D8}"/>
          </ac:spMkLst>
        </pc:spChg>
        <pc:spChg chg="add mod">
          <ac:chgData name="Thapan, Shashank" userId="f6fdb53a-7aac-41a1-8663-8ee03d06259c" providerId="ADAL" clId="{12AEA9BA-F844-4CDB-9A0E-68D21640B43A}" dt="2026-04-23T17:41:11.731" v="2119" actId="20577"/>
          <ac:spMkLst>
            <pc:docMk/>
            <pc:sldMk cId="2768497172" sldId="257"/>
            <ac:spMk id="4" creationId="{14A5CCF3-D3A7-C608-DE7B-EE822A64E2EF}"/>
          </ac:spMkLst>
        </pc:spChg>
        <pc:spChg chg="del">
          <ac:chgData name="Thapan, Shashank" userId="f6fdb53a-7aac-41a1-8663-8ee03d06259c" providerId="ADAL" clId="{12AEA9BA-F844-4CDB-9A0E-68D21640B43A}" dt="2026-04-23T15:25:49.706" v="1909" actId="21"/>
          <ac:spMkLst>
            <pc:docMk/>
            <pc:sldMk cId="2768497172" sldId="257"/>
            <ac:spMk id="7" creationId="{14A5CCF3-D3A7-C608-DE7B-EE822A64E2EF}"/>
          </ac:spMkLst>
        </pc:spChg>
        <pc:graphicFrameChg chg="mod modGraphic">
          <ac:chgData name="Thapan, Shashank" userId="f6fdb53a-7aac-41a1-8663-8ee03d06259c" providerId="ADAL" clId="{12AEA9BA-F844-4CDB-9A0E-68D21640B43A}" dt="2026-04-23T18:02:30.238" v="2121" actId="14734"/>
          <ac:graphicFrameMkLst>
            <pc:docMk/>
            <pc:sldMk cId="2768497172" sldId="257"/>
            <ac:graphicFrameMk id="3" creationId="{0F935DD1-A63E-B696-BAE0-732F788D9CA1}"/>
          </ac:graphicFrameMkLst>
        </pc:graphicFrameChg>
      </pc:sldChg>
    </pc:docChg>
  </pc:docChgLst>
  <pc:docChgLst>
    <pc:chgData name="Thapan, Shashank" userId="f6fdb53a-7aac-41a1-8663-8ee03d06259c" providerId="ADAL" clId="{AB1898AA-3D06-4122-829F-C3F0D26BA0E2}"/>
    <pc:docChg chg="undo custSel addSld modSld">
      <pc:chgData name="Thapan, Shashank" userId="f6fdb53a-7aac-41a1-8663-8ee03d06259c" providerId="ADAL" clId="{AB1898AA-3D06-4122-829F-C3F0D26BA0E2}" dt="2026-03-26T13:12:48.105" v="1288" actId="20577"/>
      <pc:docMkLst>
        <pc:docMk/>
      </pc:docMkLst>
      <pc:sldChg chg="addSp delSp modSp new mod modNotesTx">
        <pc:chgData name="Thapan, Shashank" userId="f6fdb53a-7aac-41a1-8663-8ee03d06259c" providerId="ADAL" clId="{AB1898AA-3D06-4122-829F-C3F0D26BA0E2}" dt="2026-03-26T13:12:48.105" v="1288" actId="20577"/>
        <pc:sldMkLst>
          <pc:docMk/>
          <pc:sldMk cId="1758874933" sldId="256"/>
        </pc:sldMkLst>
        <pc:spChg chg="add mod">
          <ac:chgData name="Thapan, Shashank" userId="f6fdb53a-7aac-41a1-8663-8ee03d06259c" providerId="ADAL" clId="{AB1898AA-3D06-4122-829F-C3F0D26BA0E2}" dt="2026-03-26T13:12:48.105" v="1288" actId="20577"/>
          <ac:spMkLst>
            <pc:docMk/>
            <pc:sldMk cId="1758874933" sldId="256"/>
            <ac:spMk id="2" creationId="{E73ECA34-3AAA-3D34-6711-34022333AE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FC8A0-E131-4971-9E35-7313933716E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89F7D-1C82-47ED-B6BE-CFA22B18D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8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DFB8-2422-5D6B-31EA-3881F620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FE5AB-9A21-0FE8-F6C9-93A5F0FB9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C6E73-493D-FC7A-2777-04D7425C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35484-A375-A86E-A31E-03056B9A8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DB-7B6B-A224-E470-4D8752E9B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357D-49F6-3919-C54B-C066C243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23C5-79AD-5474-9EFC-078871D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C93F-EEAA-24AB-E92B-DC4CC0D3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0393-0602-C52D-F45D-A43AB14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1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884-4D34-5CB6-0CF0-097C66CC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C221-0377-460E-B452-BBA44310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D9DC-3830-FD8C-10CE-CD28D73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F81-08B1-1049-EB25-BE4E884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7FEC-E93D-8CAD-B2AD-5F60A28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B1B-B9D0-33CE-546A-58BEBD78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27CF-3583-EE9D-BE21-28B701E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F25F-CB6A-C935-7DF2-FF30B5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CB84-AE96-E81A-44B6-BDDBCF8F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CC74-A4F0-53CF-0905-D11EAFF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659B-04B2-C21E-D325-D02FA23B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AD8A-1DA9-553C-0D38-28C181CB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7C0D-7D67-F264-94BF-30C3C5E1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6267-79C5-91FF-E804-20B0C23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C9F74-35E5-D1F9-580C-1281ACF9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3F12-9376-B543-D9FD-0A317E1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48E-935F-CBBC-4977-4292E7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0AA1-FE26-9432-550D-DCC6AA3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FFC1-18AC-6A8C-D7C8-B3C742704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D0F9C-5CBA-243C-8898-3C6B1EA8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E008E-EB3A-8683-5637-B914A15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C89-44C3-B273-5CF3-DCED49B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1F442-1209-5E40-D186-E10FBC4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BBCD-9A9C-4F57-F5A3-A02A764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9B2-2CA6-702C-D501-0A6F3CC0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54DFC-7696-148F-D54B-96C4CE7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8C6D5-1C4B-BC4E-37B1-BC0441DE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45CEC-B6D9-DA56-73A6-FE22CD31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254B-123A-5CDC-903F-E823079F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D62A8-8DA3-4CD2-204B-46A68A0A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F778-0496-26C5-3BA7-A0E7D76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71F-5897-27AA-1BA3-D2F6B917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B9E-F1E8-C201-B619-F6AFC408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DB68-0E8F-6F69-7960-AD97EB264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1423-3ABD-4EE9-E110-5788CFFA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2444-A054-A4FA-E3AA-66F5AEC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DB26-BC25-9DD5-336C-45840534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4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41B-B86A-C3D6-B739-A0547146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6B5BB-152D-EB42-ADD5-ACCEB31C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300D5-42C5-3BBF-08A4-2505F56E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731A-D882-2787-C918-25C5E4A6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676E-5381-80C8-45B1-212BDA6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4D84-C93C-6378-1AB3-1201AFC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FE42-695A-AFAC-23A5-3C0C3C2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F9E8-FB22-23A6-7478-CA8150C5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C668-AC2F-15D4-D60F-238FC9F3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105-A62F-CB9C-4F04-822C75E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8171-F7A8-3274-E13D-C6C5F2D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1B773-1E74-EAC4-C2B9-CA62203A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1E25-A344-ADF5-2009-115046446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0C46-9090-847A-52F2-C3132ABB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3DEF-D10D-A5AA-FC65-92D9442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69A-88DB-2565-43CE-E0E98407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EDA6-8BC3-DC5D-6AEE-32CD5A19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06F6-3AFE-C118-E78B-1C9042514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D7E0-066A-59E1-1CF1-00833211E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51E0-D52C-B81B-0451-4A7AB2E47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716-A69D-DF57-F53B-C7335DB2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ECA34-3AAA-3D34-6711-34022333AE33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DISTANCE MAPPING (1/2)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0B5B76-C8AC-8625-B7F1-D6B83ECFC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710665"/>
              </p:ext>
            </p:extLst>
          </p:nvPr>
        </p:nvGraphicFramePr>
        <p:xfrm>
          <a:off x="224589" y="1764955"/>
          <a:ext cx="11742827" cy="3690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417">
                  <a:extLst>
                    <a:ext uri="{9D8B030D-6E8A-4147-A177-3AD203B41FA5}">
                      <a16:colId xmlns:a16="http://schemas.microsoft.com/office/drawing/2014/main" val="2484138959"/>
                    </a:ext>
                  </a:extLst>
                </a:gridCol>
                <a:gridCol w="881720">
                  <a:extLst>
                    <a:ext uri="{9D8B030D-6E8A-4147-A177-3AD203B41FA5}">
                      <a16:colId xmlns:a16="http://schemas.microsoft.com/office/drawing/2014/main" val="2463240224"/>
                    </a:ext>
                  </a:extLst>
                </a:gridCol>
                <a:gridCol w="1074821">
                  <a:extLst>
                    <a:ext uri="{9D8B030D-6E8A-4147-A177-3AD203B41FA5}">
                      <a16:colId xmlns:a16="http://schemas.microsoft.com/office/drawing/2014/main" val="1704841101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1998752919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2298835343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1987957224"/>
                    </a:ext>
                  </a:extLst>
                </a:gridCol>
                <a:gridCol w="1155031">
                  <a:extLst>
                    <a:ext uri="{9D8B030D-6E8A-4147-A177-3AD203B41FA5}">
                      <a16:colId xmlns:a16="http://schemas.microsoft.com/office/drawing/2014/main" val="12891200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1126417237"/>
                    </a:ext>
                  </a:extLst>
                </a:gridCol>
                <a:gridCol w="1604334">
                  <a:extLst>
                    <a:ext uri="{9D8B030D-6E8A-4147-A177-3AD203B41FA5}">
                      <a16:colId xmlns:a16="http://schemas.microsoft.com/office/drawing/2014/main" val="3460545242"/>
                    </a:ext>
                  </a:extLst>
                </a:gridCol>
                <a:gridCol w="1066741">
                  <a:extLst>
                    <a:ext uri="{9D8B030D-6E8A-4147-A177-3AD203B41FA5}">
                      <a16:colId xmlns:a16="http://schemas.microsoft.com/office/drawing/2014/main" val="4093800865"/>
                    </a:ext>
                  </a:extLst>
                </a:gridCol>
                <a:gridCol w="1066741">
                  <a:extLst>
                    <a:ext uri="{9D8B030D-6E8A-4147-A177-3AD203B41FA5}">
                      <a16:colId xmlns:a16="http://schemas.microsoft.com/office/drawing/2014/main" val="4038902227"/>
                    </a:ext>
                  </a:extLst>
                </a:gridCol>
              </a:tblGrid>
              <a:tr h="48210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Bhimtal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Nainital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Karol Bagh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Amritsar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Connaught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Udaipur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Kolkata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863097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765284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Bhimtal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55004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Nainital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48659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29986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Karol Bagh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729379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71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874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843F-7C19-9C6B-3BD4-CFD4BBD7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47FAB-E914-A155-CEE8-42E076EF92D8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>
                <a:solidFill>
                  <a:srgbClr val="FF0000"/>
                </a:solidFill>
              </a:rPr>
              <a:t>DISTANCE MAPPING (2/2)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935DD1-A63E-B696-BAE0-732F788D9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385998"/>
              </p:ext>
            </p:extLst>
          </p:nvPr>
        </p:nvGraphicFramePr>
        <p:xfrm>
          <a:off x="224589" y="1681829"/>
          <a:ext cx="11742827" cy="3000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666">
                  <a:extLst>
                    <a:ext uri="{9D8B030D-6E8A-4147-A177-3AD203B41FA5}">
                      <a16:colId xmlns:a16="http://schemas.microsoft.com/office/drawing/2014/main" val="2484138959"/>
                    </a:ext>
                  </a:extLst>
                </a:gridCol>
                <a:gridCol w="872471">
                  <a:extLst>
                    <a:ext uri="{9D8B030D-6E8A-4147-A177-3AD203B41FA5}">
                      <a16:colId xmlns:a16="http://schemas.microsoft.com/office/drawing/2014/main" val="2463240224"/>
                    </a:ext>
                  </a:extLst>
                </a:gridCol>
                <a:gridCol w="1074821">
                  <a:extLst>
                    <a:ext uri="{9D8B030D-6E8A-4147-A177-3AD203B41FA5}">
                      <a16:colId xmlns:a16="http://schemas.microsoft.com/office/drawing/2014/main" val="1704841101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1998752919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2298835343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1987957224"/>
                    </a:ext>
                  </a:extLst>
                </a:gridCol>
                <a:gridCol w="1155031">
                  <a:extLst>
                    <a:ext uri="{9D8B030D-6E8A-4147-A177-3AD203B41FA5}">
                      <a16:colId xmlns:a16="http://schemas.microsoft.com/office/drawing/2014/main" val="12891200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1126417237"/>
                    </a:ext>
                  </a:extLst>
                </a:gridCol>
                <a:gridCol w="1604334">
                  <a:extLst>
                    <a:ext uri="{9D8B030D-6E8A-4147-A177-3AD203B41FA5}">
                      <a16:colId xmlns:a16="http://schemas.microsoft.com/office/drawing/2014/main" val="3460545242"/>
                    </a:ext>
                  </a:extLst>
                </a:gridCol>
                <a:gridCol w="1066741">
                  <a:extLst>
                    <a:ext uri="{9D8B030D-6E8A-4147-A177-3AD203B41FA5}">
                      <a16:colId xmlns:a16="http://schemas.microsoft.com/office/drawing/2014/main" val="4093800865"/>
                    </a:ext>
                  </a:extLst>
                </a:gridCol>
                <a:gridCol w="1066741">
                  <a:extLst>
                    <a:ext uri="{9D8B030D-6E8A-4147-A177-3AD203B41FA5}">
                      <a16:colId xmlns:a16="http://schemas.microsoft.com/office/drawing/2014/main" val="4038902227"/>
                    </a:ext>
                  </a:extLst>
                </a:gridCol>
              </a:tblGrid>
              <a:tr h="48210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Bhimtal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Nainital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Karol Bagh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Amritsar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Connaught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Udaipur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Kolkata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863097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Amritsar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083620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Connaught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997317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Udaipur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58630"/>
                  </a:ext>
                </a:extLst>
              </a:tr>
              <a:tr h="48210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Kolkata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95198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A5CCF3-D3A7-C608-DE7B-EE822A64E2EF}"/>
              </a:ext>
            </a:extLst>
          </p:cNvPr>
          <p:cNvSpPr txBox="1"/>
          <p:nvPr/>
        </p:nvSpPr>
        <p:spPr>
          <a:xfrm>
            <a:off x="489527" y="5367949"/>
            <a:ext cx="11175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Note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numbers indicate the distance between two sales locations (in’ 100 Kms). Read first column as ‘From’ location &amp; the first row as the ‘To’ location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NA mean ‘Not Applicable’</a:t>
            </a:r>
          </a:p>
        </p:txBody>
      </p:sp>
    </p:spTree>
    <p:extLst>
      <p:ext uri="{BB962C8B-B14F-4D97-AF65-F5344CB8AC3E}">
        <p14:creationId xmlns:p14="http://schemas.microsoft.com/office/powerpoint/2010/main" val="2768497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EFA4F7-A912-436F-AEE1-E449A926F386}">
  <we:reference id="10de6a62-6d70-4d42-bd5b-f92d203deaab" version="26.3.27.0" store="EXCatalog" storeType="EXCatalog"/>
  <we:alternateReferences/>
  <we:properties>
    <we:property name="opportunityId" value="&quot;99999999&quot;"/>
    <we:property name="selectedLanguage" value="&quot;Auto Detect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189</Words>
  <Application>Microsoft Office PowerPoint</Application>
  <PresentationFormat>Widescreen</PresentationFormat>
  <Paragraphs>137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2026-03-23T18:47:07Z</dcterms:created>
  <dcterms:modified xsi:type="dcterms:W3CDTF">2026-04-23T19:35:52Z</dcterms:modified>
</cp:coreProperties>
</file>