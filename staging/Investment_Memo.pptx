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Capex: ₹1200 Cr</a:t>
            </a:r>
          </a:p>
          <a:p>
            <a:r>
              <a:t>IRR Hurdle: 18%</a:t>
            </a:r>
          </a:p>
          <a:p>
            <a:r>
              <a:t>Debt: 70%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</Words>
  <Application>Microsoft Office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Investment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Reibhu Sant</cp:lastModifiedBy>
  <cp:revision>1</cp:revision>
  <dcterms:created xsi:type="dcterms:W3CDTF">2013-01-27T09:14:16Z</dcterms:created>
  <dcterms:modified xsi:type="dcterms:W3CDTF">2026-05-02T08:20:29Z</dcterms:modified>
  <cp:category/>
</cp:coreProperties>
</file>