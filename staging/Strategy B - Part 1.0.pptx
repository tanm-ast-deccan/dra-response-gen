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LKI6jGQXtqpDtqCMyR1tjFi8i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b="1" lang="en-US" sz="2800" u="sng">
                <a:solidFill>
                  <a:srgbClr val="FF0000"/>
                </a:solidFill>
              </a:rPr>
              <a:t>ain’s</a:t>
            </a:r>
            <a:r>
              <a:rPr b="1" i="0" lang="en-US" sz="28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Consultant Recommendation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701386" y="1933271"/>
            <a:ext cx="3558887" cy="531305"/>
          </a:xfrm>
          <a:prstGeom prst="homePlate">
            <a:avLst>
              <a:gd fmla="val 50000" name="adj"/>
            </a:avLst>
          </a:prstGeom>
          <a:solidFill>
            <a:srgbClr val="FAE2D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4260273" y="1933271"/>
            <a:ext cx="7003473" cy="461665"/>
          </a:xfrm>
          <a:prstGeom prst="homePlat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11573" y="3423984"/>
            <a:ext cx="343049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Investment of manufacturing plant in Surat.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capex will be 1 crore rupees.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includes machinery, land, labor as well as the office, sales distribution setup.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4042064" y="2425858"/>
            <a:ext cx="436418" cy="36933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 cap="flat" cmpd="sng" w="19050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93418" y="1576894"/>
            <a:ext cx="3338459" cy="13330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4383078" y="1576894"/>
            <a:ext cx="6633167" cy="133306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2265218" y="1226127"/>
            <a:ext cx="1080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Years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6879124" y="1226127"/>
            <a:ext cx="10806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Years</a:t>
            </a:r>
            <a:endParaRPr/>
          </a:p>
        </p:txBody>
      </p:sp>
      <p:cxnSp>
        <p:nvCxnSpPr>
          <p:cNvPr id="98" name="Google Shape;98;p1"/>
          <p:cNvCxnSpPr/>
          <p:nvPr/>
        </p:nvCxnSpPr>
        <p:spPr>
          <a:xfrm>
            <a:off x="4014015" y="3541911"/>
            <a:ext cx="28049" cy="29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9" name="Google Shape;99;p1"/>
          <p:cNvSpPr txBox="1"/>
          <p:nvPr/>
        </p:nvSpPr>
        <p:spPr>
          <a:xfrm>
            <a:off x="3046833" y="2876163"/>
            <a:ext cx="286329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EXPANSION DECISION POINT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959780" y="3430124"/>
            <a:ext cx="3751866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Expansion cost is 0.5 crore at the expansion decision point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channel partnerships will be strengthened,  discounting to ensure that cash flows remain persistent as well as new advertising/marketing campaigns to get better reach and enhance sales funnel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4103001" y="3423984"/>
            <a:ext cx="3430491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Expansion Decision Toll-Gate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 this instance based on the observed demand in Phase 1 &amp; then expansion decision are taken up as follows: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Demand in Phase 1 -&gt; Expansion is ‘Yes’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 Demand in Phase 1 -&gt; Expansion is ‘No’</a:t>
            </a:r>
            <a:endParaRPr/>
          </a:p>
        </p:txBody>
      </p:sp>
      <p:cxnSp>
        <p:nvCxnSpPr>
          <p:cNvPr id="102" name="Google Shape;102;p1"/>
          <p:cNvCxnSpPr/>
          <p:nvPr/>
        </p:nvCxnSpPr>
        <p:spPr>
          <a:xfrm>
            <a:off x="7659899" y="3541911"/>
            <a:ext cx="28049" cy="293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2026-03-23T18:47:07Z</dcterms:created>
  <dc:creator>Thapan, Shashank</dc:creator>
</cp:coreProperties>
</file>