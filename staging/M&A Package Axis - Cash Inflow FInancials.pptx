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C92ADE-4F3D-44A7-9B40-ACF2291288E3}" v="18" dt="2026-04-26T17:16:55.0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79" autoAdjust="0"/>
    <p:restoredTop sz="84977" autoAdjust="0"/>
  </p:normalViewPr>
  <p:slideViewPr>
    <p:cSldViewPr snapToGrid="0">
      <p:cViewPr varScale="1">
        <p:scale>
          <a:sx n="46" d="100"/>
          <a:sy n="46" d="100"/>
        </p:scale>
        <p:origin x="600" y="27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pan, Shashank" userId="f6fdb53a-7aac-41a1-8663-8ee03d06259c" providerId="ADAL" clId="{12AEA9BA-F844-4CDB-9A0E-68D21640B43A}"/>
    <pc:docChg chg="undo custSel addSld modSld">
      <pc:chgData name="Thapan, Shashank" userId="f6fdb53a-7aac-41a1-8663-8ee03d06259c" providerId="ADAL" clId="{12AEA9BA-F844-4CDB-9A0E-68D21640B43A}" dt="2026-04-26T18:53:44.303" v="695" actId="20577"/>
      <pc:docMkLst>
        <pc:docMk/>
      </pc:docMkLst>
      <pc:sldChg chg="addSp delSp modSp mod">
        <pc:chgData name="Thapan, Shashank" userId="f6fdb53a-7aac-41a1-8663-8ee03d06259c" providerId="ADAL" clId="{12AEA9BA-F844-4CDB-9A0E-68D21640B43A}" dt="2026-04-26T16:39:57.910" v="649" actId="14100"/>
        <pc:sldMkLst>
          <pc:docMk/>
          <pc:sldMk cId="1758874933" sldId="256"/>
        </pc:sldMkLst>
        <pc:spChg chg="mod">
          <ac:chgData name="Thapan, Shashank" userId="f6fdb53a-7aac-41a1-8663-8ee03d06259c" providerId="ADAL" clId="{12AEA9BA-F844-4CDB-9A0E-68D21640B43A}" dt="2026-04-26T16:12:21.379" v="378" actId="20577"/>
          <ac:spMkLst>
            <pc:docMk/>
            <pc:sldMk cId="1758874933" sldId="256"/>
            <ac:spMk id="2" creationId="{E73ECA34-3AAA-3D34-6711-34022333AE33}"/>
          </ac:spMkLst>
        </pc:spChg>
        <pc:spChg chg="add mod">
          <ac:chgData name="Thapan, Shashank" userId="f6fdb53a-7aac-41a1-8663-8ee03d06259c" providerId="ADAL" clId="{12AEA9BA-F844-4CDB-9A0E-68D21640B43A}" dt="2026-04-26T16:37:15.505" v="561" actId="1076"/>
          <ac:spMkLst>
            <pc:docMk/>
            <pc:sldMk cId="1758874933" sldId="256"/>
            <ac:spMk id="10" creationId="{3686A6E9-625A-21F5-250C-11DBFAE999C4}"/>
          </ac:spMkLst>
        </pc:spChg>
        <pc:spChg chg="add del mod">
          <ac:chgData name="Thapan, Shashank" userId="f6fdb53a-7aac-41a1-8663-8ee03d06259c" providerId="ADAL" clId="{12AEA9BA-F844-4CDB-9A0E-68D21640B43A}" dt="2026-04-26T16:37:02.261" v="559" actId="478"/>
          <ac:spMkLst>
            <pc:docMk/>
            <pc:sldMk cId="1758874933" sldId="256"/>
            <ac:spMk id="11" creationId="{D250A83B-4A35-C1D9-7B1A-9A5CBA9671BC}"/>
          </ac:spMkLst>
        </pc:spChg>
        <pc:spChg chg="add mod">
          <ac:chgData name="Thapan, Shashank" userId="f6fdb53a-7aac-41a1-8663-8ee03d06259c" providerId="ADAL" clId="{12AEA9BA-F844-4CDB-9A0E-68D21640B43A}" dt="2026-04-26T16:37:18.943" v="562" actId="1076"/>
          <ac:spMkLst>
            <pc:docMk/>
            <pc:sldMk cId="1758874933" sldId="256"/>
            <ac:spMk id="20" creationId="{1AF30407-4139-58F5-1677-F52F9C89DF9B}"/>
          </ac:spMkLst>
        </pc:spChg>
        <pc:spChg chg="add del mod">
          <ac:chgData name="Thapan, Shashank" userId="f6fdb53a-7aac-41a1-8663-8ee03d06259c" providerId="ADAL" clId="{12AEA9BA-F844-4CDB-9A0E-68D21640B43A}" dt="2026-04-26T16:37:02.261" v="559" actId="478"/>
          <ac:spMkLst>
            <pc:docMk/>
            <pc:sldMk cId="1758874933" sldId="256"/>
            <ac:spMk id="23" creationId="{F59E1BB3-E1E4-D77A-452B-2A3FD9EDD77B}"/>
          </ac:spMkLst>
        </pc:spChg>
        <pc:graphicFrameChg chg="add mod modGraphic">
          <ac:chgData name="Thapan, Shashank" userId="f6fdb53a-7aac-41a1-8663-8ee03d06259c" providerId="ADAL" clId="{12AEA9BA-F844-4CDB-9A0E-68D21640B43A}" dt="2026-04-26T16:37:15.505" v="561" actId="1076"/>
          <ac:graphicFrameMkLst>
            <pc:docMk/>
            <pc:sldMk cId="1758874933" sldId="256"/>
            <ac:graphicFrameMk id="14" creationId="{E908965E-3EE0-0744-8E6B-8F3F8BB7A82F}"/>
          </ac:graphicFrameMkLst>
        </pc:graphicFrameChg>
        <pc:graphicFrameChg chg="add del mod modGraphic">
          <ac:chgData name="Thapan, Shashank" userId="f6fdb53a-7aac-41a1-8663-8ee03d06259c" providerId="ADAL" clId="{12AEA9BA-F844-4CDB-9A0E-68D21640B43A}" dt="2026-04-26T16:37:02.261" v="559" actId="478"/>
          <ac:graphicFrameMkLst>
            <pc:docMk/>
            <pc:sldMk cId="1758874933" sldId="256"/>
            <ac:graphicFrameMk id="15" creationId="{307B3AEF-0BC7-AB55-3675-02CDC77791D8}"/>
          </ac:graphicFrameMkLst>
        </pc:graphicFrameChg>
        <pc:graphicFrameChg chg="add mod modGraphic">
          <ac:chgData name="Thapan, Shashank" userId="f6fdb53a-7aac-41a1-8663-8ee03d06259c" providerId="ADAL" clId="{12AEA9BA-F844-4CDB-9A0E-68D21640B43A}" dt="2026-04-26T16:39:57.910" v="649" actId="14100"/>
          <ac:graphicFrameMkLst>
            <pc:docMk/>
            <pc:sldMk cId="1758874933" sldId="256"/>
            <ac:graphicFrameMk id="18" creationId="{D83877F6-F6A8-67CF-F3F3-DADC9186203D}"/>
          </ac:graphicFrameMkLst>
        </pc:graphicFrameChg>
        <pc:graphicFrameChg chg="add del mod modGraphic">
          <ac:chgData name="Thapan, Shashank" userId="f6fdb53a-7aac-41a1-8663-8ee03d06259c" providerId="ADAL" clId="{12AEA9BA-F844-4CDB-9A0E-68D21640B43A}" dt="2026-04-26T16:37:02.261" v="559" actId="478"/>
          <ac:graphicFrameMkLst>
            <pc:docMk/>
            <pc:sldMk cId="1758874933" sldId="256"/>
            <ac:graphicFrameMk id="21" creationId="{486F6BA8-C97B-7374-F286-23DB44478B40}"/>
          </ac:graphicFrameMkLst>
        </pc:graphicFrameChg>
        <pc:cxnChg chg="add del mod">
          <ac:chgData name="Thapan, Shashank" userId="f6fdb53a-7aac-41a1-8663-8ee03d06259c" providerId="ADAL" clId="{12AEA9BA-F844-4CDB-9A0E-68D21640B43A}" dt="2026-04-26T16:37:02.261" v="559" actId="478"/>
          <ac:cxnSpMkLst>
            <pc:docMk/>
            <pc:sldMk cId="1758874933" sldId="256"/>
            <ac:cxnSpMk id="16" creationId="{1541AB60-E911-A04D-DBE7-5EDA8D77EC63}"/>
          </ac:cxnSpMkLst>
        </pc:cxnChg>
      </pc:sldChg>
      <pc:sldChg chg="delSp modSp add mod">
        <pc:chgData name="Thapan, Shashank" userId="f6fdb53a-7aac-41a1-8663-8ee03d06259c" providerId="ADAL" clId="{12AEA9BA-F844-4CDB-9A0E-68D21640B43A}" dt="2026-04-26T18:53:44.303" v="695" actId="20577"/>
        <pc:sldMkLst>
          <pc:docMk/>
          <pc:sldMk cId="3258840278" sldId="257"/>
        </pc:sldMkLst>
        <pc:spChg chg="del">
          <ac:chgData name="Thapan, Shashank" userId="f6fdb53a-7aac-41a1-8663-8ee03d06259c" providerId="ADAL" clId="{12AEA9BA-F844-4CDB-9A0E-68D21640B43A}" dt="2026-04-26T16:37:26.918" v="564" actId="478"/>
          <ac:spMkLst>
            <pc:docMk/>
            <pc:sldMk cId="3258840278" sldId="257"/>
            <ac:spMk id="10" creationId="{42458DEF-90B9-A374-2AEC-653220178219}"/>
          </ac:spMkLst>
        </pc:spChg>
        <pc:spChg chg="mod">
          <ac:chgData name="Thapan, Shashank" userId="f6fdb53a-7aac-41a1-8663-8ee03d06259c" providerId="ADAL" clId="{12AEA9BA-F844-4CDB-9A0E-68D21640B43A}" dt="2026-04-26T16:37:45.646" v="599" actId="1038"/>
          <ac:spMkLst>
            <pc:docMk/>
            <pc:sldMk cId="3258840278" sldId="257"/>
            <ac:spMk id="11" creationId="{089779A9-C0D1-7A08-730B-B7AF4432569F}"/>
          </ac:spMkLst>
        </pc:spChg>
        <pc:spChg chg="del">
          <ac:chgData name="Thapan, Shashank" userId="f6fdb53a-7aac-41a1-8663-8ee03d06259c" providerId="ADAL" clId="{12AEA9BA-F844-4CDB-9A0E-68D21640B43A}" dt="2026-04-26T16:37:24.766" v="563" actId="478"/>
          <ac:spMkLst>
            <pc:docMk/>
            <pc:sldMk cId="3258840278" sldId="257"/>
            <ac:spMk id="20" creationId="{9EC11F69-0A25-E283-83AD-198558819B46}"/>
          </ac:spMkLst>
        </pc:spChg>
        <pc:spChg chg="mod">
          <ac:chgData name="Thapan, Shashank" userId="f6fdb53a-7aac-41a1-8663-8ee03d06259c" providerId="ADAL" clId="{12AEA9BA-F844-4CDB-9A0E-68D21640B43A}" dt="2026-04-26T18:53:44.303" v="695" actId="20577"/>
          <ac:spMkLst>
            <pc:docMk/>
            <pc:sldMk cId="3258840278" sldId="257"/>
            <ac:spMk id="23" creationId="{A7C19F3A-B0FB-A803-FD0C-586312EF66C2}"/>
          </ac:spMkLst>
        </pc:spChg>
        <pc:graphicFrameChg chg="del">
          <ac:chgData name="Thapan, Shashank" userId="f6fdb53a-7aac-41a1-8663-8ee03d06259c" providerId="ADAL" clId="{12AEA9BA-F844-4CDB-9A0E-68D21640B43A}" dt="2026-04-26T16:37:24.766" v="563" actId="478"/>
          <ac:graphicFrameMkLst>
            <pc:docMk/>
            <pc:sldMk cId="3258840278" sldId="257"/>
            <ac:graphicFrameMk id="14" creationId="{B0D05091-1379-2F39-BCAC-69E789B3E551}"/>
          </ac:graphicFrameMkLst>
        </pc:graphicFrameChg>
        <pc:graphicFrameChg chg="mod">
          <ac:chgData name="Thapan, Shashank" userId="f6fdb53a-7aac-41a1-8663-8ee03d06259c" providerId="ADAL" clId="{12AEA9BA-F844-4CDB-9A0E-68D21640B43A}" dt="2026-04-26T16:37:42.457" v="588" actId="1036"/>
          <ac:graphicFrameMkLst>
            <pc:docMk/>
            <pc:sldMk cId="3258840278" sldId="257"/>
            <ac:graphicFrameMk id="15" creationId="{9C2777A9-6846-DD07-CCB7-DEB292A15580}"/>
          </ac:graphicFrameMkLst>
        </pc:graphicFrameChg>
        <pc:graphicFrameChg chg="del">
          <ac:chgData name="Thapan, Shashank" userId="f6fdb53a-7aac-41a1-8663-8ee03d06259c" providerId="ADAL" clId="{12AEA9BA-F844-4CDB-9A0E-68D21640B43A}" dt="2026-04-26T16:37:24.766" v="563" actId="478"/>
          <ac:graphicFrameMkLst>
            <pc:docMk/>
            <pc:sldMk cId="3258840278" sldId="257"/>
            <ac:graphicFrameMk id="18" creationId="{E3036EF2-6B76-5EB7-18B9-3925B6774668}"/>
          </ac:graphicFrameMkLst>
        </pc:graphicFrameChg>
        <pc:graphicFrameChg chg="mod modGraphic">
          <ac:chgData name="Thapan, Shashank" userId="f6fdb53a-7aac-41a1-8663-8ee03d06259c" providerId="ADAL" clId="{12AEA9BA-F844-4CDB-9A0E-68D21640B43A}" dt="2026-04-26T17:16:55.046" v="650"/>
          <ac:graphicFrameMkLst>
            <pc:docMk/>
            <pc:sldMk cId="3258840278" sldId="257"/>
            <ac:graphicFrameMk id="21" creationId="{541B76E7-2E16-A394-3727-5432A9D6CD33}"/>
          </ac:graphicFrameMkLst>
        </pc:graphicFrameChg>
        <pc:cxnChg chg="del">
          <ac:chgData name="Thapan, Shashank" userId="f6fdb53a-7aac-41a1-8663-8ee03d06259c" providerId="ADAL" clId="{12AEA9BA-F844-4CDB-9A0E-68D21640B43A}" dt="2026-04-26T16:37:24.766" v="563" actId="478"/>
          <ac:cxnSpMkLst>
            <pc:docMk/>
            <pc:sldMk cId="3258840278" sldId="257"/>
            <ac:cxnSpMk id="16" creationId="{F6B1E58C-9545-BBFC-6AB4-D4D4CDAD8AAC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5FC8A0-E131-4971-9E35-7313933716E2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D89F7D-1C82-47ED-B6BE-CFA22B18D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659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D89F7D-1C82-47ED-B6BE-CFA22B18DFF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4837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7BFED-9A97-2A07-9A9E-EC29B14FA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E02420-8A59-3BE8-66D7-5D27B4141A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47ED95-DB31-B7D9-8B2C-8486681075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27C5A1-2046-8086-1B50-E35799C78A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D89F7D-1C82-47ED-B6BE-CFA22B18DFF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055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20EDB-7B6B-A224-E470-4D8752E9B6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A9357D-49F6-3919-C54B-C066C24342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D23C5-79AD-5474-9EFC-078871D87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7C93F-EEAA-24AB-E92B-DC4CC0D33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10393-0602-C52D-F45D-A43AB14DB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513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FC884-4D34-5CB6-0CF0-097C66CC8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5C221-0377-460E-B452-BBA44310A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25D9DC-3830-FD8C-10CE-CD28D7366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67BF81-08B1-1049-EB25-BE4E88442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47FEC-E93D-8CAD-B2AD-5F60A28F1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502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28B1B-B9D0-33CE-546A-58BEBD784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7127CF-3583-EE9D-BE21-28B701E9D3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DF25F-CB6A-C935-7DF2-FF30B5661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0CB84-AE96-E81A-44B6-BDDBCF8FB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1CC74-A4F0-53CF-0905-D11EAFFCC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856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E659B-04B2-C21E-D325-D02FA23BD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9AD8A-1DA9-553C-0D38-28C181CB08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567C0D-7D67-F264-94BF-30C3C5E1B6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D6267-79C5-91FF-E804-20B0C23D6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8C9F74-35E5-D1F9-580C-1281ACF97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5E3F12-9376-B543-D9FD-0A317E1B0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853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9B48E-935F-CBBC-4977-4292E7DDA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280AA1-FE26-9432-550D-DCC6AA37C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B7FFC1-18AC-6A8C-D7C8-B3C7427048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CD0F9C-5CBA-243C-8898-3C6B1EA817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7E008E-EB3A-8683-5637-B914A1566A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22FC89-44C3-B273-5CF3-DCED49B37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A1F442-1209-5E40-D186-E10FBC4A8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69BBCD-9A9C-4F57-F5A3-A02A764E3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17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969B2-2CA6-702C-D501-0A6F3CC0C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B54DFC-7696-148F-D54B-96C4CE754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F8C6D5-1C4B-BC4E-37B1-BC0441DE7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45CEC-B6D9-DA56-73A6-FE22CD311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761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F2254B-123A-5CDC-903F-E823079FB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DD62A8-8DA3-4CD2-204B-46A68A0A7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BDF778-0496-26C5-3BA7-A0E7D764F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334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3871F-5897-27AA-1BA3-D2F6B917E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15B9E-F1E8-C201-B619-F6AFC4088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7DDB68-0E8F-6F69-7960-AD97EB264E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9F1423-3ABD-4EE9-E110-5788CFFA7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F62444-A054-A4FA-E3AA-66F5AECF1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ADDB26-BC25-9DD5-336C-458405343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342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6941B-B86A-C3D6-B739-A05471467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56B5BB-152D-EB42-ADD5-ACCEB31CBF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3300D5-42C5-3BBF-08A4-2505F56E3F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8D731A-D882-2787-C918-25C5E4A65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85676E-5381-80C8-45B1-212BDA6A6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7D4D84-C93C-6378-1AB3-1201AFC98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657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CFE42-695A-AFAC-23A5-3C0C3C290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3CF9E8-FB22-23A6-7478-CA8150C50A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AC668-AC2F-15D4-D60F-238FC9F3B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2D105-A62F-CB9C-4F04-822C75E79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E8171-F7A8-3274-E13D-C6C5F2DC2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183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C1B773-1E74-EAC4-C2B9-CA62203ADF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5F1E25-A344-ADF5-2009-115046446D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40C46-9090-847A-52F2-C3132ABB9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73DEF-D10D-A5AA-FC65-92D9442A9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12B69A-88DB-2565-43CE-E0E984073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467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E2EDA6-8BC3-DC5D-6AEE-32CD5A197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F06F6-3AFE-C118-E78B-1C9042514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CD7E0-066A-59E1-1CF1-00833211E1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BCF085-CE2F-4A69-A930-4CDA26A2C22D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951E0-D52C-B81B-0451-4A7AB2E47C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42716-A69D-DF57-F53B-C7335DB2A4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583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3ECA34-3AAA-3D34-6711-34022333AE33}"/>
              </a:ext>
            </a:extLst>
          </p:cNvPr>
          <p:cNvSpPr txBox="1"/>
          <p:nvPr/>
        </p:nvSpPr>
        <p:spPr>
          <a:xfrm>
            <a:off x="489527" y="434109"/>
            <a:ext cx="111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 b="1" u="sng"/>
            </a:lvl1pPr>
          </a:lstStyle>
          <a:p>
            <a:r>
              <a:rPr lang="en-US" dirty="0"/>
              <a:t>Axis M&amp;A Package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86A6E9-625A-21F5-250C-11DBFAE999C4}"/>
              </a:ext>
            </a:extLst>
          </p:cNvPr>
          <p:cNvSpPr txBox="1"/>
          <p:nvPr/>
        </p:nvSpPr>
        <p:spPr>
          <a:xfrm>
            <a:off x="2826498" y="2353526"/>
            <a:ext cx="1080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Phase 1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E908965E-3EE0-0744-8E6B-8F3F8BB7A8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5675748"/>
              </p:ext>
            </p:extLst>
          </p:nvPr>
        </p:nvGraphicFramePr>
        <p:xfrm>
          <a:off x="748487" y="2827143"/>
          <a:ext cx="458897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0847">
                  <a:extLst>
                    <a:ext uri="{9D8B030D-6E8A-4147-A177-3AD203B41FA5}">
                      <a16:colId xmlns:a16="http://schemas.microsoft.com/office/drawing/2014/main" val="2524162034"/>
                    </a:ext>
                  </a:extLst>
                </a:gridCol>
                <a:gridCol w="1638129">
                  <a:extLst>
                    <a:ext uri="{9D8B030D-6E8A-4147-A177-3AD203B41FA5}">
                      <a16:colId xmlns:a16="http://schemas.microsoft.com/office/drawing/2014/main" val="42662108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Recovery 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Probability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9503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Realistic Bank Recovery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76604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D83877F6-F6A8-67CF-F3F3-DADC918620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3727061"/>
              </p:ext>
            </p:extLst>
          </p:nvPr>
        </p:nvGraphicFramePr>
        <p:xfrm>
          <a:off x="5798128" y="1828800"/>
          <a:ext cx="5645386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9490">
                  <a:extLst>
                    <a:ext uri="{9D8B030D-6E8A-4147-A177-3AD203B41FA5}">
                      <a16:colId xmlns:a16="http://schemas.microsoft.com/office/drawing/2014/main" val="2524162034"/>
                    </a:ext>
                  </a:extLst>
                </a:gridCol>
                <a:gridCol w="2505896">
                  <a:extLst>
                    <a:ext uri="{9D8B030D-6E8A-4147-A177-3AD203B41FA5}">
                      <a16:colId xmlns:a16="http://schemas.microsoft.com/office/drawing/2014/main" val="2191255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Recovery 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Expected Cash In-Flows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9503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Optimistic Bank Recovery Year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50,00,000 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6316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Realistic Bank Recovery Year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10,00,000 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766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Optimistic Bank Recovery Year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80,00,000 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976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Realistic Bank Recovery Year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30,00,000 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054027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1AF30407-4139-58F5-1677-F52F9C89DF9B}"/>
              </a:ext>
            </a:extLst>
          </p:cNvPr>
          <p:cNvSpPr txBox="1"/>
          <p:nvPr/>
        </p:nvSpPr>
        <p:spPr>
          <a:xfrm>
            <a:off x="1157109" y="4105870"/>
            <a:ext cx="44194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Note:</a:t>
            </a:r>
            <a:r>
              <a:rPr lang="en-US" dirty="0"/>
              <a:t> The bank recovery scenarios for both years of Phase 1 is same i.e., either Optimistic or Realistic</a:t>
            </a:r>
          </a:p>
        </p:txBody>
      </p:sp>
    </p:spTree>
    <p:extLst>
      <p:ext uri="{BB962C8B-B14F-4D97-AF65-F5344CB8AC3E}">
        <p14:creationId xmlns:p14="http://schemas.microsoft.com/office/powerpoint/2010/main" val="1758874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A660-3B86-EBB8-1939-A6E6389E5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3DB642-A5A5-277B-381E-B3979AFD545E}"/>
              </a:ext>
            </a:extLst>
          </p:cNvPr>
          <p:cNvSpPr txBox="1"/>
          <p:nvPr/>
        </p:nvSpPr>
        <p:spPr>
          <a:xfrm>
            <a:off x="489527" y="434109"/>
            <a:ext cx="111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 b="1" u="sng"/>
            </a:lvl1pPr>
          </a:lstStyle>
          <a:p>
            <a:r>
              <a:rPr lang="en-US" dirty="0"/>
              <a:t>Axis M&amp;A Package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9779A9-C0D1-7A08-730B-B7AF4432569F}"/>
              </a:ext>
            </a:extLst>
          </p:cNvPr>
          <p:cNvSpPr txBox="1"/>
          <p:nvPr/>
        </p:nvSpPr>
        <p:spPr>
          <a:xfrm>
            <a:off x="2381745" y="1762158"/>
            <a:ext cx="1080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Phase 2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9C2777A9-6846-DD07-CCB7-DEB292A155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1970025"/>
              </p:ext>
            </p:extLst>
          </p:nvPr>
        </p:nvGraphicFramePr>
        <p:xfrm>
          <a:off x="697346" y="2235775"/>
          <a:ext cx="47182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9016">
                  <a:extLst>
                    <a:ext uri="{9D8B030D-6E8A-4147-A177-3AD203B41FA5}">
                      <a16:colId xmlns:a16="http://schemas.microsoft.com/office/drawing/2014/main" val="2524162034"/>
                    </a:ext>
                  </a:extLst>
                </a:gridCol>
                <a:gridCol w="1759184">
                  <a:extLst>
                    <a:ext uri="{9D8B030D-6E8A-4147-A177-3AD203B41FA5}">
                      <a16:colId xmlns:a16="http://schemas.microsoft.com/office/drawing/2014/main" val="42662108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Recovery 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Probability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9503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Realistic Bank Recovery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76604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541B76E7-2E16-A394-3727-5432A9D6CD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5220412"/>
              </p:ext>
            </p:extLst>
          </p:nvPr>
        </p:nvGraphicFramePr>
        <p:xfrm>
          <a:off x="5763596" y="1475620"/>
          <a:ext cx="5932011" cy="45212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6245">
                  <a:extLst>
                    <a:ext uri="{9D8B030D-6E8A-4147-A177-3AD203B41FA5}">
                      <a16:colId xmlns:a16="http://schemas.microsoft.com/office/drawing/2014/main" val="2524162034"/>
                    </a:ext>
                  </a:extLst>
                </a:gridCol>
                <a:gridCol w="2465766">
                  <a:extLst>
                    <a:ext uri="{9D8B030D-6E8A-4147-A177-3AD203B41FA5}">
                      <a16:colId xmlns:a16="http://schemas.microsoft.com/office/drawing/2014/main" val="219125554"/>
                    </a:ext>
                  </a:extLst>
                </a:gridCol>
              </a:tblGrid>
              <a:tr h="38671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Recovery 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Expected Cash In-Flows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9503385"/>
                  </a:ext>
                </a:extLst>
              </a:tr>
              <a:tr h="667474">
                <a:tc>
                  <a:txBody>
                    <a:bodyPr/>
                    <a:lstStyle/>
                    <a:p>
                      <a:r>
                        <a:rPr lang="en-US" dirty="0"/>
                        <a:t>Optimistic Bank Recovery Year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50,00,000 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6316139"/>
                  </a:ext>
                </a:extLst>
              </a:tr>
              <a:tr h="386711">
                <a:tc>
                  <a:txBody>
                    <a:bodyPr/>
                    <a:lstStyle/>
                    <a:p>
                      <a:r>
                        <a:rPr lang="en-US" dirty="0"/>
                        <a:t>Realistic Bank Recovery Year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10,00,000 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76604"/>
                  </a:ext>
                </a:extLst>
              </a:tr>
              <a:tr h="386711">
                <a:tc>
                  <a:txBody>
                    <a:bodyPr/>
                    <a:lstStyle/>
                    <a:p>
                      <a:r>
                        <a:rPr lang="en-US" dirty="0"/>
                        <a:t>Optimistic Bank Recovery Year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80,00,000 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976703"/>
                  </a:ext>
                </a:extLst>
              </a:tr>
              <a:tr h="386711">
                <a:tc>
                  <a:txBody>
                    <a:bodyPr/>
                    <a:lstStyle/>
                    <a:p>
                      <a:r>
                        <a:rPr lang="en-US" dirty="0"/>
                        <a:t>Realistic Bank Recovery Year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30,00,000 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054027"/>
                  </a:ext>
                </a:extLst>
              </a:tr>
              <a:tr h="386711">
                <a:tc>
                  <a:txBody>
                    <a:bodyPr/>
                    <a:lstStyle/>
                    <a:p>
                      <a:r>
                        <a:rPr lang="en-US" dirty="0"/>
                        <a:t>Optimistic Bank Recovery Year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70,00,000 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2489045"/>
                  </a:ext>
                </a:extLst>
              </a:tr>
              <a:tr h="386711">
                <a:tc>
                  <a:txBody>
                    <a:bodyPr/>
                    <a:lstStyle/>
                    <a:p>
                      <a:r>
                        <a:rPr lang="en-US" dirty="0"/>
                        <a:t>Realistic Bank Recovery Year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20,00,000 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560643"/>
                  </a:ext>
                </a:extLst>
              </a:tr>
              <a:tr h="386711">
                <a:tc>
                  <a:txBody>
                    <a:bodyPr/>
                    <a:lstStyle/>
                    <a:p>
                      <a:r>
                        <a:rPr lang="en-US" dirty="0"/>
                        <a:t>Optimistic &amp; Realistic Bank Recovery Year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50,00,000 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1221074"/>
                  </a:ext>
                </a:extLst>
              </a:tr>
              <a:tr h="386711">
                <a:tc>
                  <a:txBody>
                    <a:bodyPr/>
                    <a:lstStyle/>
                    <a:p>
                      <a:r>
                        <a:rPr lang="en-US" dirty="0"/>
                        <a:t>Optimistic &amp; Realistic Bank Recovery Year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60,00,000 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906817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A7C19F3A-B0FB-A803-FD0C-586312EF66C2}"/>
              </a:ext>
            </a:extLst>
          </p:cNvPr>
          <p:cNvSpPr txBox="1"/>
          <p:nvPr/>
        </p:nvSpPr>
        <p:spPr>
          <a:xfrm>
            <a:off x="697346" y="3609570"/>
            <a:ext cx="4718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Note:</a:t>
            </a:r>
            <a:r>
              <a:rPr lang="en-US" dirty="0"/>
              <a:t> The bank recovery scenarios for all 5 years of Phase 2 is same i.e., either Optimistic or Realistic</a:t>
            </a:r>
          </a:p>
        </p:txBody>
      </p:sp>
    </p:spTree>
    <p:extLst>
      <p:ext uri="{BB962C8B-B14F-4D97-AF65-F5344CB8AC3E}">
        <p14:creationId xmlns:p14="http://schemas.microsoft.com/office/powerpoint/2010/main" val="3258840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2835</TotalTime>
  <Words>179</Words>
  <Application>Microsoft Office PowerPoint</Application>
  <PresentationFormat>Widescreen</PresentationFormat>
  <Paragraphs>44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Thapan, Shashank</dc:creator>
  <cp:lastModifiedBy>Thapan, Shashank</cp:lastModifiedBy>
  <cp:revision>1</cp:revision>
  <dcterms:created xsi:type="dcterms:W3CDTF">2026-03-23T18:47:07Z</dcterms:created>
  <dcterms:modified xsi:type="dcterms:W3CDTF">2026-04-26T18:53:50Z</dcterms:modified>
</cp:coreProperties>
</file>