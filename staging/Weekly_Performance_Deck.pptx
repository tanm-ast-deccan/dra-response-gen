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zones operating at &gt;90% efficiency.</a:t>
            </a:r>
          </a:p>
          <a:p>
            <a:r>
              <a:t>No imbalance observed.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Utilization stable across zones.</a:t>
            </a:r>
          </a:p>
          <a:p>
            <a:r>
              <a:t>No redistribution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SLA within acceptable band.</a:t>
            </a:r>
          </a:p>
          <a:p>
            <a:r>
              <a:t>No structural issues identified.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