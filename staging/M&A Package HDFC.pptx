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2B93EB-50C2-4341-A041-637F3E2D9C1E}" v="8" dt="2026-04-26T16:08:0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 varScale="1">
        <p:scale>
          <a:sx n="33" d="100"/>
          <a:sy n="33" d="100"/>
        </p:scale>
        <p:origin x="72" y="5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addSld delSld modSld sldOrd">
      <pc:chgData name="Thapan, Shashank" userId="f6fdb53a-7aac-41a1-8663-8ee03d06259c" providerId="ADAL" clId="{12AEA9BA-F844-4CDB-9A0E-68D21640B43A}" dt="2026-04-26T18:52:47.393" v="2720" actId="20577"/>
      <pc:docMkLst>
        <pc:docMk/>
      </pc:docMkLst>
      <pc:sldChg chg="addSp delSp modSp del mod">
        <pc:chgData name="Thapan, Shashank" userId="f6fdb53a-7aac-41a1-8663-8ee03d06259c" providerId="ADAL" clId="{12AEA9BA-F844-4CDB-9A0E-68D21640B43A}" dt="2026-04-26T16:10:22.644" v="2691" actId="47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6T15:18:35.720" v="1604" actId="20577"/>
          <ac:spMkLst>
            <pc:docMk/>
            <pc:sldMk cId="1758874933" sldId="256"/>
            <ac:spMk id="2" creationId="{E73ECA34-3AAA-3D34-6711-34022333AE33}"/>
          </ac:spMkLst>
        </pc:spChg>
        <pc:spChg chg="mod">
          <ac:chgData name="Thapan, Shashank" userId="f6fdb53a-7aac-41a1-8663-8ee03d06259c" providerId="ADAL" clId="{12AEA9BA-F844-4CDB-9A0E-68D21640B43A}" dt="2026-04-26T15:21:42.803" v="1819" actId="20577"/>
          <ac:spMkLst>
            <pc:docMk/>
            <pc:sldMk cId="1758874933" sldId="256"/>
            <ac:spMk id="3" creationId="{CA88F1A2-E126-3C40-B834-DF19C55D41CC}"/>
          </ac:spMkLst>
        </pc:spChg>
        <pc:spChg chg="add mod">
          <ac:chgData name="Thapan, Shashank" userId="f6fdb53a-7aac-41a1-8663-8ee03d06259c" providerId="ADAL" clId="{12AEA9BA-F844-4CDB-9A0E-68D21640B43A}" dt="2026-04-26T15:21:07.505" v="1778" actId="1036"/>
          <ac:spMkLst>
            <pc:docMk/>
            <pc:sldMk cId="1758874933" sldId="256"/>
            <ac:spMk id="6" creationId="{9B45B882-5C11-6CF4-8E98-7EB1633AE0A9}"/>
          </ac:spMkLst>
        </pc:spChg>
        <pc:spChg chg="add mod">
          <ac:chgData name="Thapan, Shashank" userId="f6fdb53a-7aac-41a1-8663-8ee03d06259c" providerId="ADAL" clId="{12AEA9BA-F844-4CDB-9A0E-68D21640B43A}" dt="2026-04-26T15:21:07.505" v="1778" actId="1036"/>
          <ac:spMkLst>
            <pc:docMk/>
            <pc:sldMk cId="1758874933" sldId="256"/>
            <ac:spMk id="7" creationId="{7DD35BEA-09C7-EB17-C442-F35A6DF5EBF8}"/>
          </ac:spMkLst>
        </pc:spChg>
        <pc:graphicFrameChg chg="add mod modGraphic">
          <ac:chgData name="Thapan, Shashank" userId="f6fdb53a-7aac-41a1-8663-8ee03d06259c" providerId="ADAL" clId="{12AEA9BA-F844-4CDB-9A0E-68D21640B43A}" dt="2026-04-26T15:21:07.505" v="1778" actId="1036"/>
          <ac:graphicFrameMkLst>
            <pc:docMk/>
            <pc:sldMk cId="1758874933" sldId="256"/>
            <ac:graphicFrameMk id="4" creationId="{D8F2558F-632A-FD6F-A278-60143C824CD0}"/>
          </ac:graphicFrameMkLst>
        </pc:graphicFrameChg>
        <pc:graphicFrameChg chg="add mod modGraphic">
          <ac:chgData name="Thapan, Shashank" userId="f6fdb53a-7aac-41a1-8663-8ee03d06259c" providerId="ADAL" clId="{12AEA9BA-F844-4CDB-9A0E-68D21640B43A}" dt="2026-04-26T15:21:07.505" v="1778" actId="1036"/>
          <ac:graphicFrameMkLst>
            <pc:docMk/>
            <pc:sldMk cId="1758874933" sldId="256"/>
            <ac:graphicFrameMk id="5" creationId="{3E99E12D-E1C1-E461-AD3E-B5590CA3C5C7}"/>
          </ac:graphicFrameMkLst>
        </pc:graphicFrameChg>
      </pc:sldChg>
      <pc:sldChg chg="addSp delSp modSp add mod">
        <pc:chgData name="Thapan, Shashank" userId="f6fdb53a-7aac-41a1-8663-8ee03d06259c" providerId="ADAL" clId="{12AEA9BA-F844-4CDB-9A0E-68D21640B43A}" dt="2026-04-26T16:10:30.803" v="2695" actId="20577"/>
        <pc:sldMkLst>
          <pc:docMk/>
          <pc:sldMk cId="992563108" sldId="257"/>
        </pc:sldMkLst>
        <pc:spChg chg="mod">
          <ac:chgData name="Thapan, Shashank" userId="f6fdb53a-7aac-41a1-8663-8ee03d06259c" providerId="ADAL" clId="{12AEA9BA-F844-4CDB-9A0E-68D21640B43A}" dt="2026-04-26T16:10:30.803" v="2695" actId="20577"/>
          <ac:spMkLst>
            <pc:docMk/>
            <pc:sldMk cId="992563108" sldId="257"/>
            <ac:spMk id="2" creationId="{641611C4-559B-73EF-9C29-689826B57C9D}"/>
          </ac:spMkLst>
        </pc:spChg>
        <pc:spChg chg="mod">
          <ac:chgData name="Thapan, Shashank" userId="f6fdb53a-7aac-41a1-8663-8ee03d06259c" providerId="ADAL" clId="{12AEA9BA-F844-4CDB-9A0E-68D21640B43A}" dt="2026-04-26T15:29:54.741" v="2146" actId="14100"/>
          <ac:spMkLst>
            <pc:docMk/>
            <pc:sldMk cId="992563108" sldId="257"/>
            <ac:spMk id="3" creationId="{DFDCB715-C61E-76F9-F54B-E31ED35AEA1E}"/>
          </ac:spMkLst>
        </pc:spChg>
        <pc:spChg chg="del">
          <ac:chgData name="Thapan, Shashank" userId="f6fdb53a-7aac-41a1-8663-8ee03d06259c" providerId="ADAL" clId="{12AEA9BA-F844-4CDB-9A0E-68D21640B43A}" dt="2026-04-26T15:21:54.924" v="1821" actId="478"/>
          <ac:spMkLst>
            <pc:docMk/>
            <pc:sldMk cId="992563108" sldId="257"/>
            <ac:spMk id="6" creationId="{D89BFD42-EDEC-D5B1-4A44-6937766A1D93}"/>
          </ac:spMkLst>
        </pc:spChg>
        <pc:spChg chg="del">
          <ac:chgData name="Thapan, Shashank" userId="f6fdb53a-7aac-41a1-8663-8ee03d06259c" providerId="ADAL" clId="{12AEA9BA-F844-4CDB-9A0E-68D21640B43A}" dt="2026-04-26T15:21:54.924" v="1821" actId="478"/>
          <ac:spMkLst>
            <pc:docMk/>
            <pc:sldMk cId="992563108" sldId="257"/>
            <ac:spMk id="7" creationId="{E1C854E6-8B7B-4866-0E57-2FB6AE6C2C48}"/>
          </ac:spMkLst>
        </pc:spChg>
        <pc:spChg chg="add mod">
          <ac:chgData name="Thapan, Shashank" userId="f6fdb53a-7aac-41a1-8663-8ee03d06259c" providerId="ADAL" clId="{12AEA9BA-F844-4CDB-9A0E-68D21640B43A}" dt="2026-04-26T15:27:15.198" v="2071" actId="20577"/>
          <ac:spMkLst>
            <pc:docMk/>
            <pc:sldMk cId="992563108" sldId="257"/>
            <ac:spMk id="8" creationId="{345C511C-CCAA-9BF5-DA00-EBE18BB12106}"/>
          </ac:spMkLst>
        </pc:spChg>
        <pc:spChg chg="add mod">
          <ac:chgData name="Thapan, Shashank" userId="f6fdb53a-7aac-41a1-8663-8ee03d06259c" providerId="ADAL" clId="{12AEA9BA-F844-4CDB-9A0E-68D21640B43A}" dt="2026-04-26T15:40:37.879" v="2395" actId="20577"/>
          <ac:spMkLst>
            <pc:docMk/>
            <pc:sldMk cId="992563108" sldId="257"/>
            <ac:spMk id="9" creationId="{B3B5FB4E-4A09-7F83-D645-F291B57AC109}"/>
          </ac:spMkLst>
        </pc:spChg>
        <pc:spChg chg="add mod">
          <ac:chgData name="Thapan, Shashank" userId="f6fdb53a-7aac-41a1-8663-8ee03d06259c" providerId="ADAL" clId="{12AEA9BA-F844-4CDB-9A0E-68D21640B43A}" dt="2026-04-26T15:38:33.051" v="2339" actId="1076"/>
          <ac:spMkLst>
            <pc:docMk/>
            <pc:sldMk cId="992563108" sldId="257"/>
            <ac:spMk id="16" creationId="{B23E6D2D-F29D-0009-41EF-6FA1E8FF4515}"/>
          </ac:spMkLst>
        </pc:spChg>
        <pc:graphicFrameChg chg="del">
          <ac:chgData name="Thapan, Shashank" userId="f6fdb53a-7aac-41a1-8663-8ee03d06259c" providerId="ADAL" clId="{12AEA9BA-F844-4CDB-9A0E-68D21640B43A}" dt="2026-04-26T15:21:54.924" v="1821" actId="478"/>
          <ac:graphicFrameMkLst>
            <pc:docMk/>
            <pc:sldMk cId="992563108" sldId="257"/>
            <ac:graphicFrameMk id="4" creationId="{BE64E019-2A1E-35D4-FF74-44915E2C6C44}"/>
          </ac:graphicFrameMkLst>
        </pc:graphicFrameChg>
        <pc:graphicFrameChg chg="del">
          <ac:chgData name="Thapan, Shashank" userId="f6fdb53a-7aac-41a1-8663-8ee03d06259c" providerId="ADAL" clId="{12AEA9BA-F844-4CDB-9A0E-68D21640B43A}" dt="2026-04-26T15:21:54.924" v="1821" actId="478"/>
          <ac:graphicFrameMkLst>
            <pc:docMk/>
            <pc:sldMk cId="992563108" sldId="257"/>
            <ac:graphicFrameMk id="5" creationId="{55C12DFB-4B59-6DC6-B0B1-F2725AD7CAF3}"/>
          </ac:graphicFrameMkLst>
        </pc:graphicFrameChg>
        <pc:graphicFrameChg chg="add mod modGraphic">
          <ac:chgData name="Thapan, Shashank" userId="f6fdb53a-7aac-41a1-8663-8ee03d06259c" providerId="ADAL" clId="{12AEA9BA-F844-4CDB-9A0E-68D21640B43A}" dt="2026-04-26T15:38:40.616" v="2343" actId="1036"/>
          <ac:graphicFrameMkLst>
            <pc:docMk/>
            <pc:sldMk cId="992563108" sldId="257"/>
            <ac:graphicFrameMk id="17" creationId="{CAA14C00-01D5-BE03-D34F-058DC2AE0F97}"/>
          </ac:graphicFrameMkLst>
        </pc:graphicFrameChg>
        <pc:cxnChg chg="add mod">
          <ac:chgData name="Thapan, Shashank" userId="f6fdb53a-7aac-41a1-8663-8ee03d06259c" providerId="ADAL" clId="{12AEA9BA-F844-4CDB-9A0E-68D21640B43A}" dt="2026-04-26T15:39:14.302" v="2348" actId="1038"/>
          <ac:cxnSpMkLst>
            <pc:docMk/>
            <pc:sldMk cId="992563108" sldId="257"/>
            <ac:cxnSpMk id="11" creationId="{83548B47-155C-32CF-EF92-F2A61024AE15}"/>
          </ac:cxnSpMkLst>
        </pc:cxnChg>
        <pc:cxnChg chg="add mod">
          <ac:chgData name="Thapan, Shashank" userId="f6fdb53a-7aac-41a1-8663-8ee03d06259c" providerId="ADAL" clId="{12AEA9BA-F844-4CDB-9A0E-68D21640B43A}" dt="2026-04-26T15:26:58.770" v="2057" actId="14100"/>
          <ac:cxnSpMkLst>
            <pc:docMk/>
            <pc:sldMk cId="992563108" sldId="257"/>
            <ac:cxnSpMk id="12" creationId="{B8A4B849-FBC2-1745-014A-8F6DC6F88BCA}"/>
          </ac:cxnSpMkLst>
        </pc:cxnChg>
      </pc:sldChg>
      <pc:sldChg chg="addSp delSp modSp add mod ord">
        <pc:chgData name="Thapan, Shashank" userId="f6fdb53a-7aac-41a1-8663-8ee03d06259c" providerId="ADAL" clId="{12AEA9BA-F844-4CDB-9A0E-68D21640B43A}" dt="2026-04-26T18:52:47.393" v="2720" actId="20577"/>
        <pc:sldMkLst>
          <pc:docMk/>
          <pc:sldMk cId="3731603752" sldId="258"/>
        </pc:sldMkLst>
        <pc:spChg chg="mod">
          <ac:chgData name="Thapan, Shashank" userId="f6fdb53a-7aac-41a1-8663-8ee03d06259c" providerId="ADAL" clId="{12AEA9BA-F844-4CDB-9A0E-68D21640B43A}" dt="2026-04-26T16:10:48.151" v="2699" actId="20577"/>
          <ac:spMkLst>
            <pc:docMk/>
            <pc:sldMk cId="3731603752" sldId="258"/>
            <ac:spMk id="2" creationId="{C56B83E8-5FB0-31A0-0FBA-7D3DD588201B}"/>
          </ac:spMkLst>
        </pc:spChg>
        <pc:spChg chg="del">
          <ac:chgData name="Thapan, Shashank" userId="f6fdb53a-7aac-41a1-8663-8ee03d06259c" providerId="ADAL" clId="{12AEA9BA-F844-4CDB-9A0E-68D21640B43A}" dt="2026-04-26T15:36:51.332" v="2255" actId="478"/>
          <ac:spMkLst>
            <pc:docMk/>
            <pc:sldMk cId="3731603752" sldId="258"/>
            <ac:spMk id="3" creationId="{6C59FDA9-624B-AFFA-F575-06EE8AE3F43F}"/>
          </ac:spMkLst>
        </pc:spChg>
        <pc:spChg chg="mod">
          <ac:chgData name="Thapan, Shashank" userId="f6fdb53a-7aac-41a1-8663-8ee03d06259c" providerId="ADAL" clId="{12AEA9BA-F844-4CDB-9A0E-68D21640B43A}" dt="2026-04-26T16:09:25.819" v="2657" actId="1036"/>
          <ac:spMkLst>
            <pc:docMk/>
            <pc:sldMk cId="3731603752" sldId="258"/>
            <ac:spMk id="6" creationId="{4C549F80-1B18-6CD7-7853-D90B18AF5DD8}"/>
          </ac:spMkLst>
        </pc:spChg>
        <pc:spChg chg="mod">
          <ac:chgData name="Thapan, Shashank" userId="f6fdb53a-7aac-41a1-8663-8ee03d06259c" providerId="ADAL" clId="{12AEA9BA-F844-4CDB-9A0E-68D21640B43A}" dt="2026-04-26T18:52:47.393" v="2720" actId="20577"/>
          <ac:spMkLst>
            <pc:docMk/>
            <pc:sldMk cId="3731603752" sldId="258"/>
            <ac:spMk id="7" creationId="{67DF0FDC-87C2-AF04-EB48-D76EB244288C}"/>
          </ac:spMkLst>
        </pc:spChg>
        <pc:spChg chg="add mod">
          <ac:chgData name="Thapan, Shashank" userId="f6fdb53a-7aac-41a1-8663-8ee03d06259c" providerId="ADAL" clId="{12AEA9BA-F844-4CDB-9A0E-68D21640B43A}" dt="2026-04-26T16:09:41.100" v="2680" actId="1035"/>
          <ac:spMkLst>
            <pc:docMk/>
            <pc:sldMk cId="3731603752" sldId="258"/>
            <ac:spMk id="8" creationId="{8C3F0B20-311E-03D5-A173-0EC8E2FB7860}"/>
          </ac:spMkLst>
        </pc:spChg>
        <pc:graphicFrameChg chg="del">
          <ac:chgData name="Thapan, Shashank" userId="f6fdb53a-7aac-41a1-8663-8ee03d06259c" providerId="ADAL" clId="{12AEA9BA-F844-4CDB-9A0E-68D21640B43A}" dt="2026-04-26T15:36:56.012" v="2256" actId="478"/>
          <ac:graphicFrameMkLst>
            <pc:docMk/>
            <pc:sldMk cId="3731603752" sldId="258"/>
            <ac:graphicFrameMk id="4" creationId="{9A2EDAE3-133A-4E1C-659F-A7FF547A1668}"/>
          </ac:graphicFrameMkLst>
        </pc:graphicFrameChg>
        <pc:graphicFrameChg chg="mod modGraphic">
          <ac:chgData name="Thapan, Shashank" userId="f6fdb53a-7aac-41a1-8663-8ee03d06259c" providerId="ADAL" clId="{12AEA9BA-F844-4CDB-9A0E-68D21640B43A}" dt="2026-04-26T16:34:20.141" v="2712" actId="20577"/>
          <ac:graphicFrameMkLst>
            <pc:docMk/>
            <pc:sldMk cId="3731603752" sldId="258"/>
            <ac:graphicFrameMk id="5" creationId="{D58F57A4-5391-D9EC-B5ED-C330EA3908DE}"/>
          </ac:graphicFrameMkLst>
        </pc:graphicFrameChg>
        <pc:cxnChg chg="add mod">
          <ac:chgData name="Thapan, Shashank" userId="f6fdb53a-7aac-41a1-8663-8ee03d06259c" providerId="ADAL" clId="{12AEA9BA-F844-4CDB-9A0E-68D21640B43A}" dt="2026-04-26T15:41:25.784" v="2426"/>
          <ac:cxnSpMkLst>
            <pc:docMk/>
            <pc:sldMk cId="3731603752" sldId="258"/>
            <ac:cxnSpMk id="9" creationId="{ECDC84EE-2077-A4BF-CAAF-9B8491C3384D}"/>
          </ac:cxnSpMkLst>
        </pc:cxnChg>
      </pc:sldChg>
    </pc:docChg>
  </pc:docChgLst>
  <pc:docChgLst>
    <pc:chgData name="Thapan, Shashank" userId="f6fdb53a-7aac-41a1-8663-8ee03d06259c" providerId="ADAL" clId="{AB1898AA-3D06-4122-829F-C3F0D26BA0E2}"/>
    <pc:docChg chg="undo custSel addSld modSld">
      <pc:chgData name="Thapan, Shashank" userId="f6fdb53a-7aac-41a1-8663-8ee03d06259c" providerId="ADAL" clId="{AB1898AA-3D06-4122-829F-C3F0D26BA0E2}" dt="2026-03-29T06:04:24.346" v="1321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3C03-E667-A813-0976-D89430CD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AC708-2EC5-BDC9-CA66-0F21DAF06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55A1B-17F7-F1B7-C4C6-06177CFC1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EBAF4-33C6-2777-BE04-9E9FBA911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87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5481-94DB-B88D-6621-B3CF1197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DDFF0-CF7B-963F-3802-F662A3CD1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D5DC9-B342-D89B-118F-EA7826F8F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7FF5D-37C7-CCED-C65B-233F3AD6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25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536D6-CCB2-7890-A0F9-955A6DD6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1611C4-559B-73EF-9C29-689826B57C9D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HDFC M&amp;A 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CB715-C61E-76F9-F54B-E31ED35AEA1E}"/>
              </a:ext>
            </a:extLst>
          </p:cNvPr>
          <p:cNvSpPr txBox="1"/>
          <p:nvPr/>
        </p:nvSpPr>
        <p:spPr>
          <a:xfrm>
            <a:off x="3948545" y="1541196"/>
            <a:ext cx="77169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M&amp;A cost including various bucketized costs applicable: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People &amp; Structural Aggregation = 2,00,00,000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Baking process aggregation = 3.50,00,000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Technology  aggregation costs = 4,00,00,000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Infrastructure, Offices, Channel partners = 3,00,00,000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Expenses/cost for M&amp;A are up-front &amp; needs to be borne by Yes Bank on Day 1 of finalizing the deal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5C511C-CCAA-9BF5-DA00-EBE18BB12106}"/>
              </a:ext>
            </a:extLst>
          </p:cNvPr>
          <p:cNvSpPr/>
          <p:nvPr/>
        </p:nvSpPr>
        <p:spPr>
          <a:xfrm>
            <a:off x="489527" y="1828800"/>
            <a:ext cx="287712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Sign-Up Terms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B5FB4E-4A09-7F83-D645-F291B57AC109}"/>
              </a:ext>
            </a:extLst>
          </p:cNvPr>
          <p:cNvSpPr/>
          <p:nvPr/>
        </p:nvSpPr>
        <p:spPr>
          <a:xfrm>
            <a:off x="489527" y="4738254"/>
            <a:ext cx="287712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Merged Bank Recovery Future Scenarios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548B47-155C-32CF-EF92-F2A61024AE15}"/>
              </a:ext>
            </a:extLst>
          </p:cNvPr>
          <p:cNvCxnSpPr/>
          <p:nvPr/>
        </p:nvCxnSpPr>
        <p:spPr>
          <a:xfrm>
            <a:off x="3761509" y="1126686"/>
            <a:ext cx="0" cy="5274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A4B849-FBC2-1745-014A-8F6DC6F88BCA}"/>
              </a:ext>
            </a:extLst>
          </p:cNvPr>
          <p:cNvCxnSpPr>
            <a:cxnSpLocks/>
          </p:cNvCxnSpPr>
          <p:nvPr/>
        </p:nvCxnSpPr>
        <p:spPr>
          <a:xfrm flipH="1">
            <a:off x="489527" y="3763743"/>
            <a:ext cx="108365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3E6D2D-F29D-0009-41EF-6FA1E8FF4515}"/>
              </a:ext>
            </a:extLst>
          </p:cNvPr>
          <p:cNvSpPr txBox="1"/>
          <p:nvPr/>
        </p:nvSpPr>
        <p:spPr>
          <a:xfrm>
            <a:off x="3948544" y="3921552"/>
            <a:ext cx="7232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two future bank recovery scenarios post sign-up &amp; their probabilities are as mentioned below: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AA14C00-01D5-BE03-D34F-058DC2AE0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32749"/>
              </p:ext>
            </p:extLst>
          </p:nvPr>
        </p:nvGraphicFramePr>
        <p:xfrm>
          <a:off x="4657917" y="4722322"/>
          <a:ext cx="539008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670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1999413">
                  <a:extLst>
                    <a:ext uri="{9D8B030D-6E8A-4147-A177-3AD203B41FA5}">
                      <a16:colId xmlns:a16="http://schemas.microsoft.com/office/drawing/2014/main" val="4266210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1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56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3519-9CC8-02F0-6832-BDC781400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B83E8-5FB0-31A0-0FBA-7D3DD588201B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HDFC M&amp;A Package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8F57A4-5391-D9EC-B5ED-C330EA390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93525"/>
              </p:ext>
            </p:extLst>
          </p:nvPr>
        </p:nvGraphicFramePr>
        <p:xfrm>
          <a:off x="4501026" y="2846813"/>
          <a:ext cx="5418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505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2686161">
                  <a:extLst>
                    <a:ext uri="{9D8B030D-6E8A-4147-A177-3AD203B41FA5}">
                      <a16:colId xmlns:a16="http://schemas.microsoft.com/office/drawing/2014/main" val="219125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Cash In-Flows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Optimistic Bank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5,00,00,000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1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Realistic Bank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C549F80-1B18-6CD7-7853-D90B18AF5DD8}"/>
              </a:ext>
            </a:extLst>
          </p:cNvPr>
          <p:cNvSpPr txBox="1"/>
          <p:nvPr/>
        </p:nvSpPr>
        <p:spPr>
          <a:xfrm>
            <a:off x="3886199" y="1689896"/>
            <a:ext cx="7779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cash payouts which have been forecasted post performing market analysis, demand assessment as well as market differentiation assessment have been tabulated below: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F0FDC-87C2-AF04-EB48-D76EB244288C}"/>
              </a:ext>
            </a:extLst>
          </p:cNvPr>
          <p:cNvSpPr txBox="1"/>
          <p:nvPr/>
        </p:nvSpPr>
        <p:spPr>
          <a:xfrm>
            <a:off x="3927763" y="4255799"/>
            <a:ext cx="7779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Note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cash payouts mentioned in this slide are yearly/per-year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deal payments are based on analysis which says that during next decade either recovery scenario for all years are either ‘Optimistic’ OR all years as ‘Realistic’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3F0B20-311E-03D5-A173-0EC8E2FB7860}"/>
              </a:ext>
            </a:extLst>
          </p:cNvPr>
          <p:cNvSpPr/>
          <p:nvPr/>
        </p:nvSpPr>
        <p:spPr>
          <a:xfrm>
            <a:off x="514762" y="2939073"/>
            <a:ext cx="287712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Payments to Yes Bank post M&amp;A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DC84EE-2077-A4BF-CAAF-9B8491C3384D}"/>
              </a:ext>
            </a:extLst>
          </p:cNvPr>
          <p:cNvCxnSpPr/>
          <p:nvPr/>
        </p:nvCxnSpPr>
        <p:spPr>
          <a:xfrm>
            <a:off x="3761509" y="1126686"/>
            <a:ext cx="0" cy="5274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603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2892</TotalTime>
  <Words>201</Words>
  <Application>Microsoft Office PowerPoint</Application>
  <PresentationFormat>Widescreen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2026-04-26T18:52:54Z</dcterms:modified>
</cp:coreProperties>
</file>