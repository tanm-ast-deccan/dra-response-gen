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microsoft.com/office/2020/02/relationships/classificationlabels" Target="docMetadata/LabelInfo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8B9D4E-3E6A-46E1-8E0A-C4F845253452}" v="4" dt="2026-04-26T17:24:13.5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79" autoAdjust="0"/>
    <p:restoredTop sz="84977" autoAdjust="0"/>
  </p:normalViewPr>
  <p:slideViewPr>
    <p:cSldViewPr snapToGrid="0">
      <p:cViewPr varScale="1">
        <p:scale>
          <a:sx n="46" d="100"/>
          <a:sy n="46" d="100"/>
        </p:scale>
        <p:origin x="600" y="27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apan, Shashank" userId="f6fdb53a-7aac-41a1-8663-8ee03d06259c" providerId="ADAL" clId="{12AEA9BA-F844-4CDB-9A0E-68D21640B43A}"/>
    <pc:docChg chg="undo custSel modSld">
      <pc:chgData name="Thapan, Shashank" userId="f6fdb53a-7aac-41a1-8663-8ee03d06259c" providerId="ADAL" clId="{12AEA9BA-F844-4CDB-9A0E-68D21640B43A}" dt="2026-04-26T18:51:49.119" v="1749" actId="20577"/>
      <pc:docMkLst>
        <pc:docMk/>
      </pc:docMkLst>
      <pc:sldChg chg="addSp delSp modSp mod">
        <pc:chgData name="Thapan, Shashank" userId="f6fdb53a-7aac-41a1-8663-8ee03d06259c" providerId="ADAL" clId="{12AEA9BA-F844-4CDB-9A0E-68D21640B43A}" dt="2026-04-26T18:51:49.119" v="1749" actId="20577"/>
        <pc:sldMkLst>
          <pc:docMk/>
          <pc:sldMk cId="1758874933" sldId="256"/>
        </pc:sldMkLst>
        <pc:spChg chg="mod">
          <ac:chgData name="Thapan, Shashank" userId="f6fdb53a-7aac-41a1-8663-8ee03d06259c" providerId="ADAL" clId="{12AEA9BA-F844-4CDB-9A0E-68D21640B43A}" dt="2026-04-26T16:13:00.265" v="1492" actId="20577"/>
          <ac:spMkLst>
            <pc:docMk/>
            <pc:sldMk cId="1758874933" sldId="256"/>
            <ac:spMk id="2" creationId="{E73ECA34-3AAA-3D34-6711-34022333AE33}"/>
          </ac:spMkLst>
        </pc:spChg>
        <pc:spChg chg="add mod">
          <ac:chgData name="Thapan, Shashank" userId="f6fdb53a-7aac-41a1-8663-8ee03d06259c" providerId="ADAL" clId="{12AEA9BA-F844-4CDB-9A0E-68D21640B43A}" dt="2026-04-26T16:25:42.241" v="1534" actId="14100"/>
          <ac:spMkLst>
            <pc:docMk/>
            <pc:sldMk cId="1758874933" sldId="256"/>
            <ac:spMk id="4" creationId="{8841A3D8-E67E-72F9-924B-E442BADED09C}"/>
          </ac:spMkLst>
        </pc:spChg>
        <pc:spChg chg="add mod">
          <ac:chgData name="Thapan, Shashank" userId="f6fdb53a-7aac-41a1-8663-8ee03d06259c" providerId="ADAL" clId="{12AEA9BA-F844-4CDB-9A0E-68D21640B43A}" dt="2026-04-26T16:30:03.746" v="1710" actId="14100"/>
          <ac:spMkLst>
            <pc:docMk/>
            <pc:sldMk cId="1758874933" sldId="256"/>
            <ac:spMk id="5" creationId="{BE692856-2DEE-C4F6-7677-0FB649788633}"/>
          </ac:spMkLst>
        </pc:spChg>
        <pc:spChg chg="add del mod">
          <ac:chgData name="Thapan, Shashank" userId="f6fdb53a-7aac-41a1-8663-8ee03d06259c" providerId="ADAL" clId="{12AEA9BA-F844-4CDB-9A0E-68D21640B43A}" dt="2026-04-26T17:24:09.961" v="1715"/>
          <ac:spMkLst>
            <pc:docMk/>
            <pc:sldMk cId="1758874933" sldId="256"/>
            <ac:spMk id="6" creationId="{D12FF987-FB0A-E6C5-AC61-3747AC00862A}"/>
          </ac:spMkLst>
        </pc:spChg>
        <pc:spChg chg="add del mod">
          <ac:chgData name="Thapan, Shashank" userId="f6fdb53a-7aac-41a1-8663-8ee03d06259c" providerId="ADAL" clId="{12AEA9BA-F844-4CDB-9A0E-68D21640B43A}" dt="2026-04-26T16:13:05.002" v="1493" actId="478"/>
          <ac:spMkLst>
            <pc:docMk/>
            <pc:sldMk cId="1758874933" sldId="256"/>
            <ac:spMk id="8" creationId="{6763F3AA-930B-2240-3E07-368CC8C3150B}"/>
          </ac:spMkLst>
        </pc:spChg>
        <pc:spChg chg="add mod">
          <ac:chgData name="Thapan, Shashank" userId="f6fdb53a-7aac-41a1-8663-8ee03d06259c" providerId="ADAL" clId="{12AEA9BA-F844-4CDB-9A0E-68D21640B43A}" dt="2026-04-26T16:26:09.418" v="1634" actId="14100"/>
          <ac:spMkLst>
            <pc:docMk/>
            <pc:sldMk cId="1758874933" sldId="256"/>
            <ac:spMk id="9" creationId="{DE37E1D5-6696-C859-043E-7788393229C2}"/>
          </ac:spMkLst>
        </pc:spChg>
        <pc:spChg chg="add mod">
          <ac:chgData name="Thapan, Shashank" userId="f6fdb53a-7aac-41a1-8663-8ee03d06259c" providerId="ADAL" clId="{12AEA9BA-F844-4CDB-9A0E-68D21640B43A}" dt="2026-04-26T16:25:51.457" v="1569" actId="1038"/>
          <ac:spMkLst>
            <pc:docMk/>
            <pc:sldMk cId="1758874933" sldId="256"/>
            <ac:spMk id="10" creationId="{5C2F8248-08A5-3643-217E-8032321DD99F}"/>
          </ac:spMkLst>
        </pc:spChg>
        <pc:spChg chg="add mod">
          <ac:chgData name="Thapan, Shashank" userId="f6fdb53a-7aac-41a1-8663-8ee03d06259c" providerId="ADAL" clId="{12AEA9BA-F844-4CDB-9A0E-68D21640B43A}" dt="2026-04-21T20:12:03.055" v="536" actId="113"/>
          <ac:spMkLst>
            <pc:docMk/>
            <pc:sldMk cId="1758874933" sldId="256"/>
            <ac:spMk id="11" creationId="{3251A26E-2925-5BBA-5A94-B010F7405F7C}"/>
          </ac:spMkLst>
        </pc:spChg>
        <pc:spChg chg="add mod">
          <ac:chgData name="Thapan, Shashank" userId="f6fdb53a-7aac-41a1-8663-8ee03d06259c" providerId="ADAL" clId="{12AEA9BA-F844-4CDB-9A0E-68D21640B43A}" dt="2026-04-26T16:25:55.843" v="1584" actId="1038"/>
          <ac:spMkLst>
            <pc:docMk/>
            <pc:sldMk cId="1758874933" sldId="256"/>
            <ac:spMk id="12" creationId="{0CC19CA4-D150-53BA-12CD-402B1EA06F53}"/>
          </ac:spMkLst>
        </pc:spChg>
        <pc:spChg chg="add mod">
          <ac:chgData name="Thapan, Shashank" userId="f6fdb53a-7aac-41a1-8663-8ee03d06259c" providerId="ADAL" clId="{12AEA9BA-F844-4CDB-9A0E-68D21640B43A}" dt="2026-04-26T18:51:49.119" v="1749" actId="20577"/>
          <ac:spMkLst>
            <pc:docMk/>
            <pc:sldMk cId="1758874933" sldId="256"/>
            <ac:spMk id="13" creationId="{94711045-8CB4-CE09-E16C-74DA2017A02B}"/>
          </ac:spMkLst>
        </pc:spChg>
        <pc:spChg chg="add del mod">
          <ac:chgData name="Thapan, Shashank" userId="f6fdb53a-7aac-41a1-8663-8ee03d06259c" providerId="ADAL" clId="{12AEA9BA-F844-4CDB-9A0E-68D21640B43A}" dt="2026-04-26T16:13:10.506" v="1495" actId="478"/>
          <ac:spMkLst>
            <pc:docMk/>
            <pc:sldMk cId="1758874933" sldId="256"/>
            <ac:spMk id="18" creationId="{ED262304-2B3C-CD3D-1EE7-334DE30300C6}"/>
          </ac:spMkLst>
        </pc:spChg>
        <pc:spChg chg="add mod">
          <ac:chgData name="Thapan, Shashank" userId="f6fdb53a-7aac-41a1-8663-8ee03d06259c" providerId="ADAL" clId="{12AEA9BA-F844-4CDB-9A0E-68D21640B43A}" dt="2026-04-26T16:32:08.476" v="1714" actId="20577"/>
          <ac:spMkLst>
            <pc:docMk/>
            <pc:sldMk cId="1758874933" sldId="256"/>
            <ac:spMk id="19" creationId="{B4C76919-87E3-98FE-7524-3CE33E973EF3}"/>
          </ac:spMkLst>
        </pc:spChg>
        <pc:spChg chg="add del mod">
          <ac:chgData name="Thapan, Shashank" userId="f6fdb53a-7aac-41a1-8663-8ee03d06259c" providerId="ADAL" clId="{12AEA9BA-F844-4CDB-9A0E-68D21640B43A}" dt="2026-04-26T16:15:40.261" v="1520" actId="478"/>
          <ac:spMkLst>
            <pc:docMk/>
            <pc:sldMk cId="1758874933" sldId="256"/>
            <ac:spMk id="20" creationId="{70C366FC-9D9A-3A9F-7755-445B61C607FD}"/>
          </ac:spMkLst>
        </pc:spChg>
        <pc:cxnChg chg="add mod">
          <ac:chgData name="Thapan, Shashank" userId="f6fdb53a-7aac-41a1-8663-8ee03d06259c" providerId="ADAL" clId="{12AEA9BA-F844-4CDB-9A0E-68D21640B43A}" dt="2026-04-26T16:29:44.300" v="1708" actId="14100"/>
          <ac:cxnSpMkLst>
            <pc:docMk/>
            <pc:sldMk cId="1758874933" sldId="256"/>
            <ac:cxnSpMk id="14" creationId="{15597AE1-81D9-24B6-9070-7DB29DFBE8B2}"/>
          </ac:cxnSpMkLst>
        </pc:cxnChg>
        <pc:cxnChg chg="add del mod">
          <ac:chgData name="Thapan, Shashank" userId="f6fdb53a-7aac-41a1-8663-8ee03d06259c" providerId="ADAL" clId="{12AEA9BA-F844-4CDB-9A0E-68D21640B43A}" dt="2026-04-26T16:15:46.078" v="1522" actId="478"/>
          <ac:cxnSpMkLst>
            <pc:docMk/>
            <pc:sldMk cId="1758874933" sldId="256"/>
            <ac:cxnSpMk id="23" creationId="{F4B06C38-93A3-385F-163B-13E629EF5BDF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5FC8A0-E131-4971-9E35-7313933716E2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D89F7D-1C82-47ED-B6BE-CFA22B18DFF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2659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D89F7D-1C82-47ED-B6BE-CFA22B18DFF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4837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20EDB-7B6B-A224-E470-4D8752E9B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A9357D-49F6-3919-C54B-C066C24342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D23C5-79AD-5474-9EFC-078871D8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97C93F-EEAA-24AB-E92B-DC4CC0D3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10393-0602-C52D-F45D-A43AB14DB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5139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FC884-4D34-5CB6-0CF0-097C66CC82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65C221-0377-460E-B452-BBA44310A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5D9DC-3830-FD8C-10CE-CD28D7366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67BF81-08B1-1049-EB25-BE4E88442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47FEC-E93D-8CAD-B2AD-5F60A28F1F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5027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528B1B-B9D0-33CE-546A-58BEBD784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7127CF-3583-EE9D-BE21-28B701E9D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DF25F-CB6A-C935-7DF2-FF30B5661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0CB84-AE96-E81A-44B6-BDDBCF8FB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81CC74-A4F0-53CF-0905-D11EAFFCC5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85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BE659B-04B2-C21E-D325-D02FA23BD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9AD8A-1DA9-553C-0D38-28C181CB08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567C0D-7D67-F264-94BF-30C3C5E1B6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D6267-79C5-91FF-E804-20B0C23D6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C9F74-35E5-D1F9-580C-1281ACF97D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5E3F12-9376-B543-D9FD-0A317E1B0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853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B48E-935F-CBBC-4977-4292E7DDA3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280AA1-FE26-9432-550D-DCC6AA37C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B7FFC1-18AC-6A8C-D7C8-B3C7427048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CD0F9C-5CBA-243C-8898-3C6B1EA8177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7E008E-EB3A-8683-5637-B914A1566A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F22FC89-44C3-B273-5CF3-DCED49B37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CA1F442-1209-5E40-D186-E10FBC4A8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469BBCD-9A9C-4F57-F5A3-A02A764E3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17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8969B2-2CA6-702C-D501-0A6F3CC0C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B54DFC-7696-148F-D54B-96C4CE7547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8C6D5-1C4B-BC4E-37B1-BC0441DE7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345CEC-B6D9-DA56-73A6-FE22CD3116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4761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2254B-123A-5CDC-903F-E823079FB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DD62A8-8DA3-4CD2-204B-46A68A0A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BDF778-0496-26C5-3BA7-A0E7D764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933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3871F-5897-27AA-1BA3-D2F6B917ED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615B9E-F1E8-C201-B619-F6AFC40885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7DDB68-0E8F-6F69-7960-AD97EB264E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9F1423-3ABD-4EE9-E110-5788CFFA7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F62444-A054-A4FA-E3AA-66F5AECF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ADDB26-BC25-9DD5-336C-458405343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63422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6941B-B86A-C3D6-B739-A05471467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056B5BB-152D-EB42-ADD5-ACCEB31CB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3300D5-42C5-3BBF-08A4-2505F56E3F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8D731A-D882-2787-C918-25C5E4A658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85676E-5381-80C8-45B1-212BDA6A6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7D4D84-C93C-6378-1AB3-1201AFC98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657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CFE42-695A-AFAC-23A5-3C0C3C290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3CF9E8-FB22-23A6-7478-CA8150C50A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AC668-AC2F-15D4-D60F-238FC9F3B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2D105-A62F-CB9C-4F04-822C75E799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E8171-F7A8-3274-E13D-C6C5F2DC2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81837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C1B773-1E74-EAC4-C2B9-CA62203ADF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75F1E25-A344-ADF5-2009-115046446D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40C46-9090-847A-52F2-C3132ABB9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73DEF-D10D-A5AA-FC65-92D9442A9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2B69A-88DB-2565-43CE-E0E984073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04673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2EDA6-8BC3-DC5D-6AEE-32CD5A197B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F06F6-3AFE-C118-E78B-1C9042514B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1CD7E0-066A-59E1-1CF1-00833211E1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1BCF085-CE2F-4A69-A930-4CDA26A2C22D}" type="datetimeFigureOut">
              <a:rPr lang="en-US" smtClean="0"/>
              <a:t>4/26/2026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4951E0-D52C-B81B-0451-4A7AB2E47C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442716-A69D-DF57-F53B-C7335DB2A4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D74DAB-D799-47E4-9352-24F52CC911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583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73ECA34-3AAA-3D34-6711-34022333AE33}"/>
              </a:ext>
            </a:extLst>
          </p:cNvPr>
          <p:cNvSpPr txBox="1"/>
          <p:nvPr/>
        </p:nvSpPr>
        <p:spPr>
          <a:xfrm>
            <a:off x="489527" y="434109"/>
            <a:ext cx="11176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/>
              <a:t>Axis Phased M&amp;A Package</a:t>
            </a:r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8841A3D8-E67E-72F9-924B-E442BADED09C}"/>
              </a:ext>
            </a:extLst>
          </p:cNvPr>
          <p:cNvSpPr/>
          <p:nvPr/>
        </p:nvSpPr>
        <p:spPr>
          <a:xfrm>
            <a:off x="701386" y="1933272"/>
            <a:ext cx="4685573" cy="939552"/>
          </a:xfrm>
          <a:prstGeom prst="homePlate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PHASE 1</a:t>
            </a:r>
          </a:p>
        </p:txBody>
      </p:sp>
      <p:sp>
        <p:nvSpPr>
          <p:cNvPr id="5" name="Arrow: Pentagon 4">
            <a:extLst>
              <a:ext uri="{FF2B5EF4-FFF2-40B4-BE49-F238E27FC236}">
                <a16:creationId xmlns:a16="http://schemas.microsoft.com/office/drawing/2014/main" id="{BE692856-2DEE-C4F6-7677-0FB649788633}"/>
              </a:ext>
            </a:extLst>
          </p:cNvPr>
          <p:cNvSpPr/>
          <p:nvPr/>
        </p:nvSpPr>
        <p:spPr>
          <a:xfrm>
            <a:off x="5458594" y="1933271"/>
            <a:ext cx="6026990" cy="939552"/>
          </a:xfrm>
          <a:prstGeom prst="homePlate">
            <a:avLst/>
          </a:prstGeom>
          <a:solidFill>
            <a:schemeClr val="tx2">
              <a:lumMod val="75000"/>
              <a:lumOff val="2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/>
              <a:t>PHASE 2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2FF987-FB0A-E6C5-AC61-3747AC00862A}"/>
              </a:ext>
            </a:extLst>
          </p:cNvPr>
          <p:cNvSpPr txBox="1"/>
          <p:nvPr/>
        </p:nvSpPr>
        <p:spPr>
          <a:xfrm>
            <a:off x="489528" y="2988408"/>
            <a:ext cx="484133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PHASE 1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M&amp;A cost including various bucketized costs applicable: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People &amp; Structural Aggregation = 1,00,00,000 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Baking process aggregation = 2.50,00,000 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Technology  aggregation costs = 3,00,00,000 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Infrastructure, Offices, Channel partners = 2,00,00,000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includes machinery, land, labor as well as the office, sales distribution setup.</a:t>
            </a:r>
          </a:p>
        </p:txBody>
      </p:sp>
      <p:sp>
        <p:nvSpPr>
          <p:cNvPr id="9" name="Arrow: Left-Right 8">
            <a:extLst>
              <a:ext uri="{FF2B5EF4-FFF2-40B4-BE49-F238E27FC236}">
                <a16:creationId xmlns:a16="http://schemas.microsoft.com/office/drawing/2014/main" id="{DE37E1D5-6696-C859-043E-7788393229C2}"/>
              </a:ext>
            </a:extLst>
          </p:cNvPr>
          <p:cNvSpPr/>
          <p:nvPr/>
        </p:nvSpPr>
        <p:spPr>
          <a:xfrm>
            <a:off x="732326" y="1576894"/>
            <a:ext cx="4499740" cy="133306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row: Left-Right 9">
            <a:extLst>
              <a:ext uri="{FF2B5EF4-FFF2-40B4-BE49-F238E27FC236}">
                <a16:creationId xmlns:a16="http://schemas.microsoft.com/office/drawing/2014/main" id="{5C2F8248-08A5-3643-217E-8032321DD99F}"/>
              </a:ext>
            </a:extLst>
          </p:cNvPr>
          <p:cNvSpPr/>
          <p:nvPr/>
        </p:nvSpPr>
        <p:spPr>
          <a:xfrm>
            <a:off x="5458594" y="1576894"/>
            <a:ext cx="5770610" cy="133306"/>
          </a:xfrm>
          <a:prstGeom prst="left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51A26E-2925-5BBA-5A94-B010F7405F7C}"/>
              </a:ext>
            </a:extLst>
          </p:cNvPr>
          <p:cNvSpPr txBox="1"/>
          <p:nvPr/>
        </p:nvSpPr>
        <p:spPr>
          <a:xfrm>
            <a:off x="2265218" y="1226127"/>
            <a:ext cx="108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2 Years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CC19CA4-D150-53BA-12CD-402B1EA06F53}"/>
              </a:ext>
            </a:extLst>
          </p:cNvPr>
          <p:cNvSpPr txBox="1"/>
          <p:nvPr/>
        </p:nvSpPr>
        <p:spPr>
          <a:xfrm>
            <a:off x="7731178" y="1226127"/>
            <a:ext cx="10806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5 Years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5597AE1-81D9-24B6-9070-7DB29DFBE8B2}"/>
              </a:ext>
            </a:extLst>
          </p:cNvPr>
          <p:cNvCxnSpPr>
            <a:cxnSpLocks/>
          </p:cNvCxnSpPr>
          <p:nvPr/>
        </p:nvCxnSpPr>
        <p:spPr>
          <a:xfrm>
            <a:off x="5358910" y="3095894"/>
            <a:ext cx="0" cy="33279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B4C76919-87E3-98FE-7524-3CE33E973EF3}"/>
              </a:ext>
            </a:extLst>
          </p:cNvPr>
          <p:cNvSpPr txBox="1"/>
          <p:nvPr/>
        </p:nvSpPr>
        <p:spPr>
          <a:xfrm>
            <a:off x="5566902" y="2988408"/>
            <a:ext cx="6098625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PHASE 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M&amp;A cost including various bucketized costs applicable: 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People &amp; Structural Aggregation = 1,50,00,000 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Baking process aggregation = 50,00,000 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Technology  aggregation costs = 1,00,00,000 Rs</a:t>
            </a: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en-US" dirty="0"/>
              <a:t>Infrastructure, Offices, Channel partners = 1,00,00,000 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channel partnerships will be strengthened with this capital as cash flows remain persistent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New advertising/marketing campaigns to get better reach &amp; enhance sales funnel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4711045-8CB4-CE09-E16C-74DA2017A02B}"/>
              </a:ext>
            </a:extLst>
          </p:cNvPr>
          <p:cNvSpPr txBox="1"/>
          <p:nvPr/>
        </p:nvSpPr>
        <p:spPr>
          <a:xfrm>
            <a:off x="5294168" y="270013"/>
            <a:ext cx="609946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Expenses/cost for M&amp;A are up-front &amp; needs to be borne by Yes Bank on Day 1 for each phase </a:t>
            </a:r>
            <a:r>
              <a:rPr lang="en-US"/>
              <a:t>per package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8874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AEFA4F7-A912-436F-AEE1-E449A926F386}">
  <we:reference id="10de6a62-6d70-4d42-bd5b-f92d203deaab" version="26.3.27.0" store="EXCatalog" storeType="EXCatalog"/>
  <we:alternateReferences/>
  <we:properties>
    <we:property name="opportunityId" value="&quot;99999999&quot;"/>
    <we:property name="selectedLanguage" value="&quot;Auto Detect&quot;"/>
  </we:properties>
  <we:bindings/>
  <we:snapshot xmlns:r="http://schemas.openxmlformats.org/officeDocument/2006/relationships"/>
</we:webextension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3059</TotalTime>
  <Words>164</Words>
  <Application>Microsoft Office PowerPoint</Application>
  <PresentationFormat>Widescreen</PresentationFormat>
  <Paragraphs>22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Thapan, Shashank</dc:creator>
  <cp:lastModifiedBy>Thapan, Shashank</cp:lastModifiedBy>
  <cp:revision>1</cp:revision>
  <dcterms:created xsi:type="dcterms:W3CDTF">2026-03-23T18:47:07Z</dcterms:created>
  <dcterms:modified xsi:type="dcterms:W3CDTF">2026-04-26T18:51:50Z</dcterms:modified>
</cp:coreProperties>
</file>