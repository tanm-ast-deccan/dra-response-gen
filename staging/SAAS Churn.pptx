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ABAFED-325D-46A2-A67C-0D01267EF02B}" v="1" dt="2026-03-02T14:43:15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pan, Shashank" userId="f6fdb53a-7aac-41a1-8663-8ee03d06259c" providerId="ADAL" clId="{5E0821BD-D0D4-46CA-BA7F-B792AC9C6CD3}"/>
    <pc:docChg chg="undo custSel addSld delSld modSld">
      <pc:chgData name="Thapan, Shashank" userId="f6fdb53a-7aac-41a1-8663-8ee03d06259c" providerId="ADAL" clId="{5E0821BD-D0D4-46CA-BA7F-B792AC9C6CD3}" dt="2026-03-02T14:45:42.067" v="438" actId="14100"/>
      <pc:docMkLst>
        <pc:docMk/>
      </pc:docMkLst>
      <pc:sldChg chg="modSp new mod">
        <pc:chgData name="Thapan, Shashank" userId="f6fdb53a-7aac-41a1-8663-8ee03d06259c" providerId="ADAL" clId="{5E0821BD-D0D4-46CA-BA7F-B792AC9C6CD3}" dt="2026-03-02T14:45:42.067" v="438" actId="14100"/>
        <pc:sldMkLst>
          <pc:docMk/>
          <pc:sldMk cId="3506565780" sldId="256"/>
        </pc:sldMkLst>
        <pc:spChg chg="mod">
          <ac:chgData name="Thapan, Shashank" userId="f6fdb53a-7aac-41a1-8663-8ee03d06259c" providerId="ADAL" clId="{5E0821BD-D0D4-46CA-BA7F-B792AC9C6CD3}" dt="2026-03-02T14:44:14.733" v="436"/>
          <ac:spMkLst>
            <pc:docMk/>
            <pc:sldMk cId="3506565780" sldId="256"/>
            <ac:spMk id="2" creationId="{D2B2785D-6CC2-6EDF-2774-9E6F6ADB983C}"/>
          </ac:spMkLst>
        </pc:spChg>
        <pc:spChg chg="mod">
          <ac:chgData name="Thapan, Shashank" userId="f6fdb53a-7aac-41a1-8663-8ee03d06259c" providerId="ADAL" clId="{5E0821BD-D0D4-46CA-BA7F-B792AC9C6CD3}" dt="2026-03-02T14:45:42.067" v="438" actId="14100"/>
          <ac:spMkLst>
            <pc:docMk/>
            <pc:sldMk cId="3506565780" sldId="256"/>
            <ac:spMk id="3" creationId="{98AEE9C0-A52E-64FC-36C5-99CF6DCF7C6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E4321-2C52-7889-7A40-B9B589D69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146DB-F472-E163-6F0C-192B86948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3E1E9-8E7B-0F72-977C-66D670F77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00F8E-A6D5-5A9C-B0E8-440F94E27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EFBC6-7D78-D8DB-FCAE-0F30AF8B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91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07BF2-A0E1-117F-6EE5-5A82197C9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3765A-7858-E590-9978-09FC5152E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CF2E9-83A3-C3BB-C96B-ADA81C76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3BC4E-689F-FBE4-BE51-35DB2C815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BB4F3-86A2-4F27-E228-F3D504B0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6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CDFD-B243-097A-1CD5-0A6685882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12113-18F9-BBE2-7DF8-7A1913903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55F4D-5E46-E679-B5F7-7DFBE3D37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2768D-3851-6B04-63F3-87C29D798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A3EFA-3032-1E37-482D-85EBC733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9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9C10-5154-CC69-5E34-D4AA7259A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CA4C1-94CF-D557-5231-66CC7B43FD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2FABA-04A0-756B-5E87-D8E97E481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919C8-465E-AC5E-617A-C82C39F61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02F96-12BB-9BCF-8E10-680A04A91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4DC94-15A9-9CFD-F9D4-609D1740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1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83BBB-5B14-23FD-0629-BAB8C7655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FAB56-417A-4760-C0EF-8A604FD65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1DA856-A620-6DBB-7C65-CDF30B2AA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B2AB9A-FA52-2917-7669-F14B2C7E50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3C9009-99DB-AB41-AA74-CE3514ECC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70D5E6-3A62-BE97-0336-B44FEADD1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416352-33FB-26D4-2081-DAED88CD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D0682-6AD9-CDF6-425B-78583627E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01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2E4F3-E23F-FFF7-59D3-7F2F8C173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1312BF-87A6-88E3-668F-CDFA5107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B891C9-74D9-79FD-3848-A4A2CF4B7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AA9B5-AE29-B79A-8419-6A6A2EA5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6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19993-6136-C107-9A28-B88E98A24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8F820-5883-31A4-356A-0EBF5CE2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7E6A8-F38B-B71F-243F-17C87DAE7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92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99B88-4FC9-3C00-2458-7548E35CF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26406-DAF3-F088-A8B1-12D01D428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E7E816-2211-A7F6-32B7-13D0EF554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E7400-5718-A1B1-5A84-D5E9F4ED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A9DEA-88CA-3637-3476-1252E0E41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3D5DA-6F55-E69D-7FBD-151F3D24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80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8B3C-CE9B-D0D6-33CF-8DEF07E5A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E35E81-D8E0-8BCE-7DDA-704A22A231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2EFF0-B89E-B10F-54FE-B61F91A4F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F1D5F-21F0-3B38-D7C5-907D569D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4451A-5F63-4F55-6FBD-CD1FE378C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5DBB9-01C1-B0C3-1A9C-93D0E81BB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73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63E0B-F9D6-64FB-0230-B8EDE5E5A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51A1B6-B6E2-6A8F-C1C8-A74CA349A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D5587-A872-E203-FE00-69846ABB7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7FE54-04B6-CE1F-CFBA-58424FA9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7BA2-0979-0E0E-1B2A-DE5233562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68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3F1F4D-1887-ABD3-1EBC-C663F8706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67A87-894C-FD26-27CD-787269158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F5B36-E748-028F-9011-FE1EFFCB4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BC485-EF0B-1DE0-B349-CFB306F89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3FA25-170E-8135-0F38-CAE396B37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21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ED7E38-791C-94BF-7DAB-818E732E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CA08C-9DE4-B5FD-69DF-38F0A6C83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8BA7D-7A6F-1FC1-82E2-E4AFC7EF7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FF938-8E57-4A5B-96A3-B5A682F6B12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F9226-1301-A594-59C2-16211EDDC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8AD53-FA05-AA76-915B-9538CF66A7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2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785D-6CC2-6EDF-2774-9E6F6ADB9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0147"/>
            <a:ext cx="9144000" cy="521720"/>
          </a:xfrm>
        </p:spPr>
        <p:txBody>
          <a:bodyPr>
            <a:noAutofit/>
          </a:bodyPr>
          <a:lstStyle/>
          <a:p>
            <a:r>
              <a:rPr lang="en-US" sz="3200" b="1" dirty="0"/>
              <a:t>SaaS Churn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EE9C0-A52E-64FC-36C5-99CF6DCF7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873" y="877455"/>
            <a:ext cx="11351491" cy="5495635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dirty="0"/>
              <a:t>Churn percentage is modeled as a function of: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Customer satisfaction score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Number of features used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Price increase percentage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The specification includes: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baseline churn rate.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Negative linear effects for satisfaction and feature usage.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positive linear effect for price increase.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positive quadratic term applied only to price increase, capturing acceleration in churn at higher price increases.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negative interaction term between satisfaction and feature usage.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No quadratic terms for satisfaction or feature usage.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No other interaction terms.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Thus, the functional structure contains: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Intercept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Three linear terms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One quadratic term (price increase only)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One interaction (satisfaction × features)</a:t>
            </a:r>
          </a:p>
        </p:txBody>
      </p:sp>
    </p:spTree>
    <p:extLst>
      <p:ext uri="{BB962C8B-B14F-4D97-AF65-F5344CB8AC3E}">
        <p14:creationId xmlns:p14="http://schemas.microsoft.com/office/powerpoint/2010/main" val="350656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117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SaaS Churn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Thapan, Shashank</dc:creator>
  <cp:lastModifiedBy>Thapan, Shashank</cp:lastModifiedBy>
  <cp:revision>1</cp:revision>
  <dcterms:created xsi:type="dcterms:W3CDTF">2026-02-24T06:07:35Z</dcterms:created>
  <dcterms:modified xsi:type="dcterms:W3CDTF">2026-03-02T14:45:49Z</dcterms:modified>
</cp:coreProperties>
</file>